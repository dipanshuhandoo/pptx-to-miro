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31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FE"/>
    <a:srgbClr val="D8E0FE"/>
    <a:srgbClr val="7030A0"/>
    <a:srgbClr val="FDF9E3"/>
    <a:srgbClr val="E9C6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D113F-AC45-47BC-9678-3DFF28F82CC8}" v="176" dt="2026-07-17T12:34:01.1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nshu Handoo" userId="3b448226-a166-4cba-85d1-dce14ba84b14" providerId="ADAL" clId="{A2D4982B-642A-494C-933A-8C2C12887FD2}"/>
    <pc:docChg chg="undo custSel modSld">
      <pc:chgData name="Dipanshu Handoo" userId="3b448226-a166-4cba-85d1-dce14ba84b14" providerId="ADAL" clId="{A2D4982B-642A-494C-933A-8C2C12887FD2}" dt="2026-07-17T13:23:23.714" v="3809" actId="21"/>
      <pc:docMkLst>
        <pc:docMk/>
      </pc:docMkLst>
      <pc:sldChg chg="addSp delSp modSp mod">
        <pc:chgData name="Dipanshu Handoo" userId="3b448226-a166-4cba-85d1-dce14ba84b14" providerId="ADAL" clId="{A2D4982B-642A-494C-933A-8C2C12887FD2}" dt="2026-07-17T13:23:23.714" v="3809" actId="21"/>
        <pc:sldMkLst>
          <pc:docMk/>
          <pc:sldMk cId="4267484316" sldId="2147483313"/>
        </pc:sldMkLst>
        <pc:spChg chg="mod">
          <ac:chgData name="Dipanshu Handoo" userId="3b448226-a166-4cba-85d1-dce14ba84b14" providerId="ADAL" clId="{A2D4982B-642A-494C-933A-8C2C12887FD2}" dt="2026-07-17T11:08:57.432" v="2050" actId="1037"/>
          <ac:spMkLst>
            <pc:docMk/>
            <pc:sldMk cId="4267484316" sldId="2147483313"/>
            <ac:spMk id="17" creationId="{E753BEF5-18EF-F7AC-6FC8-6CA815B00465}"/>
          </ac:spMkLst>
        </pc:spChg>
        <pc:spChg chg="mod">
          <ac:chgData name="Dipanshu Handoo" userId="3b448226-a166-4cba-85d1-dce14ba84b14" providerId="ADAL" clId="{A2D4982B-642A-494C-933A-8C2C12887FD2}" dt="2026-07-17T10:18:34.983" v="549" actId="12789"/>
          <ac:spMkLst>
            <pc:docMk/>
            <pc:sldMk cId="4267484316" sldId="2147483313"/>
            <ac:spMk id="19" creationId="{DE8171ED-60FD-9A2E-416B-7CE445B7DE50}"/>
          </ac:spMkLst>
        </pc:spChg>
        <pc:spChg chg="mod">
          <ac:chgData name="Dipanshu Handoo" userId="3b448226-a166-4cba-85d1-dce14ba84b14" providerId="ADAL" clId="{A2D4982B-642A-494C-933A-8C2C12887FD2}" dt="2026-07-17T09:49:23.708" v="3"/>
          <ac:spMkLst>
            <pc:docMk/>
            <pc:sldMk cId="4267484316" sldId="2147483313"/>
            <ac:spMk id="20" creationId="{EC1AAE44-FB23-CBB8-B8B6-4B6434BA014F}"/>
          </ac:spMkLst>
        </pc:spChg>
        <pc:spChg chg="mod topLvl">
          <ac:chgData name="Dipanshu Handoo" userId="3b448226-a166-4cba-85d1-dce14ba84b14" providerId="ADAL" clId="{A2D4982B-642A-494C-933A-8C2C12887FD2}" dt="2026-07-17T10:08:27.956" v="372" actId="165"/>
          <ac:spMkLst>
            <pc:docMk/>
            <pc:sldMk cId="4267484316" sldId="2147483313"/>
            <ac:spMk id="22" creationId="{8F254632-E1F9-1865-1D21-BE123356E6EF}"/>
          </ac:spMkLst>
        </pc:spChg>
        <pc:spChg chg="mod topLvl">
          <ac:chgData name="Dipanshu Handoo" userId="3b448226-a166-4cba-85d1-dce14ba84b14" providerId="ADAL" clId="{A2D4982B-642A-494C-933A-8C2C12887FD2}" dt="2026-07-17T10:08:27.956" v="372" actId="165"/>
          <ac:spMkLst>
            <pc:docMk/>
            <pc:sldMk cId="4267484316" sldId="2147483313"/>
            <ac:spMk id="24" creationId="{F4346B6F-8353-1CC7-5791-5DDCC708E376}"/>
          </ac:spMkLst>
        </pc:spChg>
        <pc:spChg chg="mod topLvl">
          <ac:chgData name="Dipanshu Handoo" userId="3b448226-a166-4cba-85d1-dce14ba84b14" providerId="ADAL" clId="{A2D4982B-642A-494C-933A-8C2C12887FD2}" dt="2026-07-17T10:08:27.956" v="372" actId="165"/>
          <ac:spMkLst>
            <pc:docMk/>
            <pc:sldMk cId="4267484316" sldId="2147483313"/>
            <ac:spMk id="25" creationId="{C3FA42D8-BE9B-2432-8812-BCA28FF74C0F}"/>
          </ac:spMkLst>
        </pc:spChg>
        <pc:spChg chg="mod">
          <ac:chgData name="Dipanshu Handoo" userId="3b448226-a166-4cba-85d1-dce14ba84b14" providerId="ADAL" clId="{A2D4982B-642A-494C-933A-8C2C12887FD2}" dt="2026-07-17T10:00:40.962" v="68" actId="14100"/>
          <ac:spMkLst>
            <pc:docMk/>
            <pc:sldMk cId="4267484316" sldId="2147483313"/>
            <ac:spMk id="30" creationId="{F09B6EA9-C372-AE5E-9400-AB814CC837DB}"/>
          </ac:spMkLst>
        </pc:spChg>
        <pc:spChg chg="mod">
          <ac:chgData name="Dipanshu Handoo" userId="3b448226-a166-4cba-85d1-dce14ba84b14" providerId="ADAL" clId="{A2D4982B-642A-494C-933A-8C2C12887FD2}" dt="2026-07-17T10:18:51.098" v="565" actId="1037"/>
          <ac:spMkLst>
            <pc:docMk/>
            <pc:sldMk cId="4267484316" sldId="2147483313"/>
            <ac:spMk id="31" creationId="{5262F980-0546-194F-4F9A-DECC507B1B65}"/>
          </ac:spMkLst>
        </pc:spChg>
        <pc:spChg chg="mod">
          <ac:chgData name="Dipanshu Handoo" userId="3b448226-a166-4cba-85d1-dce14ba84b14" providerId="ADAL" clId="{A2D4982B-642A-494C-933A-8C2C12887FD2}" dt="2026-07-17T10:20:06.850" v="740" actId="20577"/>
          <ac:spMkLst>
            <pc:docMk/>
            <pc:sldMk cId="4267484316" sldId="2147483313"/>
            <ac:spMk id="32" creationId="{6EEA5D41-38F8-7461-3CFE-755389843EBA}"/>
          </ac:spMkLst>
        </pc:spChg>
        <pc:spChg chg="mod">
          <ac:chgData name="Dipanshu Handoo" userId="3b448226-a166-4cba-85d1-dce14ba84b14" providerId="ADAL" clId="{A2D4982B-642A-494C-933A-8C2C12887FD2}" dt="2026-07-17T10:05:14.007" v="131" actId="207"/>
          <ac:spMkLst>
            <pc:docMk/>
            <pc:sldMk cId="4267484316" sldId="2147483313"/>
            <ac:spMk id="37" creationId="{6A542AC4-C970-5722-9E4B-8C43ECEDB0B7}"/>
          </ac:spMkLst>
        </pc:spChg>
        <pc:spChg chg="mod">
          <ac:chgData name="Dipanshu Handoo" userId="3b448226-a166-4cba-85d1-dce14ba84b14" providerId="ADAL" clId="{A2D4982B-642A-494C-933A-8C2C12887FD2}" dt="2026-07-17T10:19:03.035" v="584" actId="1037"/>
          <ac:spMkLst>
            <pc:docMk/>
            <pc:sldMk cId="4267484316" sldId="2147483313"/>
            <ac:spMk id="38" creationId="{B2F34D99-4EB2-22BF-F706-77C366B0AAD0}"/>
          </ac:spMkLst>
        </pc:spChg>
        <pc:spChg chg="mod">
          <ac:chgData name="Dipanshu Handoo" userId="3b448226-a166-4cba-85d1-dce14ba84b14" providerId="ADAL" clId="{A2D4982B-642A-494C-933A-8C2C12887FD2}" dt="2026-07-17T10:22:40.544" v="1001" actId="1035"/>
          <ac:spMkLst>
            <pc:docMk/>
            <pc:sldMk cId="4267484316" sldId="2147483313"/>
            <ac:spMk id="39" creationId="{59CF8927-62F6-56F9-1200-0C73B81A78D6}"/>
          </ac:spMkLst>
        </pc:spChg>
        <pc:spChg chg="mod">
          <ac:chgData name="Dipanshu Handoo" userId="3b448226-a166-4cba-85d1-dce14ba84b14" providerId="ADAL" clId="{A2D4982B-642A-494C-933A-8C2C12887FD2}" dt="2026-07-17T10:05:22.310" v="132" actId="207"/>
          <ac:spMkLst>
            <pc:docMk/>
            <pc:sldMk cId="4267484316" sldId="2147483313"/>
            <ac:spMk id="42" creationId="{AB9DD408-5395-B61D-99E7-097E4375E7E8}"/>
          </ac:spMkLst>
        </pc:spChg>
        <pc:spChg chg="mod">
          <ac:chgData name="Dipanshu Handoo" userId="3b448226-a166-4cba-85d1-dce14ba84b14" providerId="ADAL" clId="{A2D4982B-642A-494C-933A-8C2C12887FD2}" dt="2026-07-17T10:19:12.523" v="600" actId="1037"/>
          <ac:spMkLst>
            <pc:docMk/>
            <pc:sldMk cId="4267484316" sldId="2147483313"/>
            <ac:spMk id="43" creationId="{16D3F0B5-A92F-2B80-15C3-05440017BD85}"/>
          </ac:spMkLst>
        </pc:spChg>
        <pc:spChg chg="mod">
          <ac:chgData name="Dipanshu Handoo" userId="3b448226-a166-4cba-85d1-dce14ba84b14" providerId="ADAL" clId="{A2D4982B-642A-494C-933A-8C2C12887FD2}" dt="2026-07-17T10:23:13.285" v="1098" actId="20577"/>
          <ac:spMkLst>
            <pc:docMk/>
            <pc:sldMk cId="4267484316" sldId="2147483313"/>
            <ac:spMk id="44" creationId="{D210C0B5-F94C-6774-812B-A75149062C2D}"/>
          </ac:spMkLst>
        </pc:spChg>
        <pc:spChg chg="mod">
          <ac:chgData name="Dipanshu Handoo" userId="3b448226-a166-4cba-85d1-dce14ba84b14" providerId="ADAL" clId="{A2D4982B-642A-494C-933A-8C2C12887FD2}" dt="2026-07-17T10:17:06.940" v="503"/>
          <ac:spMkLst>
            <pc:docMk/>
            <pc:sldMk cId="4267484316" sldId="2147483313"/>
            <ac:spMk id="47" creationId="{6C389ECF-42BE-B0A7-D1C1-3069C2FBC632}"/>
          </ac:spMkLst>
        </pc:spChg>
        <pc:spChg chg="mod">
          <ac:chgData name="Dipanshu Handoo" userId="3b448226-a166-4cba-85d1-dce14ba84b14" providerId="ADAL" clId="{A2D4982B-642A-494C-933A-8C2C12887FD2}" dt="2026-07-17T10:17:06.940" v="503"/>
          <ac:spMkLst>
            <pc:docMk/>
            <pc:sldMk cId="4267484316" sldId="2147483313"/>
            <ac:spMk id="48" creationId="{5B4DC58C-3B83-8709-E8C5-52B27B7BA701}"/>
          </ac:spMkLst>
        </pc:spChg>
        <pc:spChg chg="mod">
          <ac:chgData name="Dipanshu Handoo" userId="3b448226-a166-4cba-85d1-dce14ba84b14" providerId="ADAL" clId="{A2D4982B-642A-494C-933A-8C2C12887FD2}" dt="2026-07-17T10:17:06.940" v="503"/>
          <ac:spMkLst>
            <pc:docMk/>
            <pc:sldMk cId="4267484316" sldId="2147483313"/>
            <ac:spMk id="49" creationId="{6172BC9A-8D53-CE59-87E5-A077345273C7}"/>
          </ac:spMkLst>
        </pc:spChg>
        <pc:spChg chg="add mod topLvl">
          <ac:chgData name="Dipanshu Handoo" userId="3b448226-a166-4cba-85d1-dce14ba84b14" providerId="ADAL" clId="{A2D4982B-642A-494C-933A-8C2C12887FD2}" dt="2026-07-17T11:13:43.178" v="2152" actId="164"/>
          <ac:spMkLst>
            <pc:docMk/>
            <pc:sldMk cId="4267484316" sldId="2147483313"/>
            <ac:spMk id="51" creationId="{61DB2E77-C7F7-1822-74C3-E376BA5A256A}"/>
          </ac:spMkLst>
        </pc:spChg>
        <pc:spChg chg="add del mod">
          <ac:chgData name="Dipanshu Handoo" userId="3b448226-a166-4cba-85d1-dce14ba84b14" providerId="ADAL" clId="{A2D4982B-642A-494C-933A-8C2C12887FD2}" dt="2026-07-17T10:32:26.412" v="1184" actId="478"/>
          <ac:spMkLst>
            <pc:docMk/>
            <pc:sldMk cId="4267484316" sldId="2147483313"/>
            <ac:spMk id="52" creationId="{8503D1DA-ECF4-5945-4744-9621DF9C3F8E}"/>
          </ac:spMkLst>
        </pc:spChg>
        <pc:spChg chg="add del mod">
          <ac:chgData name="Dipanshu Handoo" userId="3b448226-a166-4cba-85d1-dce14ba84b14" providerId="ADAL" clId="{A2D4982B-642A-494C-933A-8C2C12887FD2}" dt="2026-07-17T10:32:40.659" v="1187" actId="478"/>
          <ac:spMkLst>
            <pc:docMk/>
            <pc:sldMk cId="4267484316" sldId="2147483313"/>
            <ac:spMk id="53" creationId="{A2B51F1C-61D9-42EC-3070-EA1B0D40E10C}"/>
          </ac:spMkLst>
        </pc:spChg>
        <pc:spChg chg="add mod topLvl">
          <ac:chgData name="Dipanshu Handoo" userId="3b448226-a166-4cba-85d1-dce14ba84b14" providerId="ADAL" clId="{A2D4982B-642A-494C-933A-8C2C12887FD2}" dt="2026-07-17T11:13:39.197" v="2151" actId="164"/>
          <ac:spMkLst>
            <pc:docMk/>
            <pc:sldMk cId="4267484316" sldId="2147483313"/>
            <ac:spMk id="54" creationId="{B25176AC-33F6-07E7-D60E-8F5253E76A26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57" creationId="{D7659E70-B1B3-4571-D70E-A88E68AF58D2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58" creationId="{C061FC5A-0CE0-2DFB-5E88-AFEBCB2DEC4E}"/>
          </ac:spMkLst>
        </pc:spChg>
        <pc:spChg chg="mod topLvl">
          <ac:chgData name="Dipanshu Handoo" userId="3b448226-a166-4cba-85d1-dce14ba84b14" providerId="ADAL" clId="{A2D4982B-642A-494C-933A-8C2C12887FD2}" dt="2026-07-17T12:05:26.905" v="3299" actId="164"/>
          <ac:spMkLst>
            <pc:docMk/>
            <pc:sldMk cId="4267484316" sldId="2147483313"/>
            <ac:spMk id="60" creationId="{ED45942C-B9B3-1504-FDDF-00B31513E05F}"/>
          </ac:spMkLst>
        </pc:spChg>
        <pc:spChg chg="mod topLvl">
          <ac:chgData name="Dipanshu Handoo" userId="3b448226-a166-4cba-85d1-dce14ba84b14" providerId="ADAL" clId="{A2D4982B-642A-494C-933A-8C2C12887FD2}" dt="2026-07-17T12:05:23.891" v="3298" actId="164"/>
          <ac:spMkLst>
            <pc:docMk/>
            <pc:sldMk cId="4267484316" sldId="2147483313"/>
            <ac:spMk id="61" creationId="{CBAEB03C-65DC-BA0C-2E6A-C8F52DFCE8B3}"/>
          </ac:spMkLst>
        </pc:spChg>
        <pc:spChg chg="mod">
          <ac:chgData name="Dipanshu Handoo" userId="3b448226-a166-4cba-85d1-dce14ba84b14" providerId="ADAL" clId="{A2D4982B-642A-494C-933A-8C2C12887FD2}" dt="2026-07-17T10:37:22.105" v="1226"/>
          <ac:spMkLst>
            <pc:docMk/>
            <pc:sldMk cId="4267484316" sldId="2147483313"/>
            <ac:spMk id="63" creationId="{E83120EF-E088-CAF9-DA74-581AA9F0AA6B}"/>
          </ac:spMkLst>
        </pc:spChg>
        <pc:spChg chg="mod">
          <ac:chgData name="Dipanshu Handoo" userId="3b448226-a166-4cba-85d1-dce14ba84b14" providerId="ADAL" clId="{A2D4982B-642A-494C-933A-8C2C12887FD2}" dt="2026-07-17T10:37:22.105" v="1226"/>
          <ac:spMkLst>
            <pc:docMk/>
            <pc:sldMk cId="4267484316" sldId="2147483313"/>
            <ac:spMk id="64" creationId="{A161D5E2-B771-2B41-5A61-13C8C786A0E3}"/>
          </ac:spMkLst>
        </pc:spChg>
        <pc:spChg chg="mod">
          <ac:chgData name="Dipanshu Handoo" userId="3b448226-a166-4cba-85d1-dce14ba84b14" providerId="ADAL" clId="{A2D4982B-642A-494C-933A-8C2C12887FD2}" dt="2026-07-17T10:37:30.270" v="1229"/>
          <ac:spMkLst>
            <pc:docMk/>
            <pc:sldMk cId="4267484316" sldId="2147483313"/>
            <ac:spMk id="66" creationId="{62FEADEE-7876-4320-A38A-AA29285FC560}"/>
          </ac:spMkLst>
        </pc:spChg>
        <pc:spChg chg="mod">
          <ac:chgData name="Dipanshu Handoo" userId="3b448226-a166-4cba-85d1-dce14ba84b14" providerId="ADAL" clId="{A2D4982B-642A-494C-933A-8C2C12887FD2}" dt="2026-07-17T10:37:30.270" v="1229"/>
          <ac:spMkLst>
            <pc:docMk/>
            <pc:sldMk cId="4267484316" sldId="2147483313"/>
            <ac:spMk id="67" creationId="{08D598E9-F353-6300-7E03-46F3CCF91374}"/>
          </ac:spMkLst>
        </pc:spChg>
        <pc:spChg chg="mod">
          <ac:chgData name="Dipanshu Handoo" userId="3b448226-a166-4cba-85d1-dce14ba84b14" providerId="ADAL" clId="{A2D4982B-642A-494C-933A-8C2C12887FD2}" dt="2026-07-17T10:37:41.176" v="1232"/>
          <ac:spMkLst>
            <pc:docMk/>
            <pc:sldMk cId="4267484316" sldId="2147483313"/>
            <ac:spMk id="69" creationId="{89F7C45A-90D8-3AD9-BA11-BCAF1B0AEEE6}"/>
          </ac:spMkLst>
        </pc:spChg>
        <pc:spChg chg="mod">
          <ac:chgData name="Dipanshu Handoo" userId="3b448226-a166-4cba-85d1-dce14ba84b14" providerId="ADAL" clId="{A2D4982B-642A-494C-933A-8C2C12887FD2}" dt="2026-07-17T10:37:41.176" v="1232"/>
          <ac:spMkLst>
            <pc:docMk/>
            <pc:sldMk cId="4267484316" sldId="2147483313"/>
            <ac:spMk id="70" creationId="{8534E9B5-743D-4A6A-0EC8-02738E51446E}"/>
          </ac:spMkLst>
        </pc:spChg>
        <pc:spChg chg="add mod topLvl">
          <ac:chgData name="Dipanshu Handoo" userId="3b448226-a166-4cba-85d1-dce14ba84b14" providerId="ADAL" clId="{A2D4982B-642A-494C-933A-8C2C12887FD2}" dt="2026-07-17T12:31:49.701" v="3763" actId="164"/>
          <ac:spMkLst>
            <pc:docMk/>
            <pc:sldMk cId="4267484316" sldId="2147483313"/>
            <ac:spMk id="71" creationId="{44438C26-CB90-3121-D88F-FD5FB6BA4D14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2" creationId="{D59082BC-F0F2-9617-BFF8-3D654297C677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3" creationId="{FA57BB95-9A0D-0A7E-C96E-167442826CCD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4" creationId="{1679DDAB-99C6-4BB9-3EDA-3370BB8CCC4A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5" creationId="{8B131153-58B9-57CB-7E88-584BF6CF6548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6" creationId="{6848AFAE-DF24-0A83-F971-47E72AE50FFD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7" creationId="{9513F0EB-D0C1-AF49-BF7F-0D0E87459265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8" creationId="{E0EBBC28-D2DF-9E29-3AA9-7B2FC4C5C648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79" creationId="{FF2401DB-37FB-FBC1-3294-AA236F503A25}"/>
          </ac:spMkLst>
        </pc:spChg>
        <pc:spChg chg="add mod topLvl">
          <ac:chgData name="Dipanshu Handoo" userId="3b448226-a166-4cba-85d1-dce14ba84b14" providerId="ADAL" clId="{A2D4982B-642A-494C-933A-8C2C12887FD2}" dt="2026-07-17T12:32:09.173" v="3764" actId="164"/>
          <ac:spMkLst>
            <pc:docMk/>
            <pc:sldMk cId="4267484316" sldId="2147483313"/>
            <ac:spMk id="117" creationId="{6119A4AD-A932-98B2-74FC-55FAE3944E94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23" creationId="{7F4D8594-45A5-AFA7-98E3-E57F1266D438}"/>
          </ac:spMkLst>
        </pc:spChg>
        <pc:spChg chg="mod">
          <ac:chgData name="Dipanshu Handoo" userId="3b448226-a166-4cba-85d1-dce14ba84b14" providerId="ADAL" clId="{A2D4982B-642A-494C-933A-8C2C12887FD2}" dt="2026-07-17T10:58:37.994" v="1680" actId="20577"/>
          <ac:spMkLst>
            <pc:docMk/>
            <pc:sldMk cId="4267484316" sldId="2147483313"/>
            <ac:spMk id="124" creationId="{03CAC485-9AB5-9811-052A-2EA874B45689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27" creationId="{2E78F611-403D-213E-98A9-BC88EC9303A5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28" creationId="{F38F90FD-63E1-903A-5A90-D39F6DCD3065}"/>
          </ac:spMkLst>
        </pc:spChg>
        <pc:spChg chg="mod">
          <ac:chgData name="Dipanshu Handoo" userId="3b448226-a166-4cba-85d1-dce14ba84b14" providerId="ADAL" clId="{A2D4982B-642A-494C-933A-8C2C12887FD2}" dt="2026-07-17T11:03:55.197" v="1783" actId="14826"/>
          <ac:spMkLst>
            <pc:docMk/>
            <pc:sldMk cId="4267484316" sldId="2147483313"/>
            <ac:spMk id="131" creationId="{F0F62B7E-270A-CA92-1998-72C7E81CFCB9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32" creationId="{B3D47BDC-5A23-0B70-3A84-F44ED9A833B4}"/>
          </ac:spMkLst>
        </pc:spChg>
        <pc:spChg chg="mod">
          <ac:chgData name="Dipanshu Handoo" userId="3b448226-a166-4cba-85d1-dce14ba84b14" providerId="ADAL" clId="{A2D4982B-642A-494C-933A-8C2C12887FD2}" dt="2026-07-17T11:02:44.391" v="1782" actId="20577"/>
          <ac:spMkLst>
            <pc:docMk/>
            <pc:sldMk cId="4267484316" sldId="2147483313"/>
            <ac:spMk id="135" creationId="{A5902453-EE1B-FAD1-1604-74EADE5DFE1A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36" creationId="{24434E38-833D-D334-67C7-7B80280F4C55}"/>
          </ac:spMkLst>
        </pc:spChg>
        <pc:spChg chg="mod">
          <ac:chgData name="Dipanshu Handoo" userId="3b448226-a166-4cba-85d1-dce14ba84b14" providerId="ADAL" clId="{A2D4982B-642A-494C-933A-8C2C12887FD2}" dt="2026-07-17T11:04:57.170" v="1848" actId="14826"/>
          <ac:spMkLst>
            <pc:docMk/>
            <pc:sldMk cId="4267484316" sldId="2147483313"/>
            <ac:spMk id="139" creationId="{2997ED92-C0C6-3BE4-2F78-73BDBBC0515E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40" creationId="{24E54AC0-2B8C-4EAA-68A5-25C538BDA2FF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43" creationId="{A7B6EF63-1F10-4F91-155B-A38D772768C0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44" creationId="{ABDA5A81-D4CC-3DCD-1895-C60C7E285D40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47" creationId="{E91135CF-3E38-A04F-1573-A415A2044B27}"/>
          </ac:spMkLst>
        </pc:spChg>
        <pc:spChg chg="mod">
          <ac:chgData name="Dipanshu Handoo" userId="3b448226-a166-4cba-85d1-dce14ba84b14" providerId="ADAL" clId="{A2D4982B-642A-494C-933A-8C2C12887FD2}" dt="2026-07-17T11:11:26.646" v="2086" actId="14826"/>
          <ac:spMkLst>
            <pc:docMk/>
            <pc:sldMk cId="4267484316" sldId="2147483313"/>
            <ac:spMk id="148" creationId="{DC4048B3-7D52-E8C7-1221-B83827F27BAF}"/>
          </ac:spMkLst>
        </pc:spChg>
        <pc:spChg chg="add mod">
          <ac:chgData name="Dipanshu Handoo" userId="3b448226-a166-4cba-85d1-dce14ba84b14" providerId="ADAL" clId="{A2D4982B-642A-494C-933A-8C2C12887FD2}" dt="2026-07-17T11:13:39.197" v="2151" actId="164"/>
          <ac:spMkLst>
            <pc:docMk/>
            <pc:sldMk cId="4267484316" sldId="2147483313"/>
            <ac:spMk id="150" creationId="{C664C3E3-F0B0-6CCA-5D73-AD4A45904570}"/>
          </ac:spMkLst>
        </pc:spChg>
        <pc:spChg chg="add mod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55" creationId="{10AA720B-BED2-5174-5112-4D72BB5EAE34}"/>
          </ac:spMkLst>
        </pc:spChg>
        <pc:spChg chg="add 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80" creationId="{F53523D3-8921-1736-D592-A0D2CC808DC7}"/>
          </ac:spMkLst>
        </pc:spChg>
        <pc:spChg chg="del mod topLvl">
          <ac:chgData name="Dipanshu Handoo" userId="3b448226-a166-4cba-85d1-dce14ba84b14" providerId="ADAL" clId="{A2D4982B-642A-494C-933A-8C2C12887FD2}" dt="2026-07-17T11:33:28.037" v="2387" actId="478"/>
          <ac:spMkLst>
            <pc:docMk/>
            <pc:sldMk cId="4267484316" sldId="2147483313"/>
            <ac:spMk id="184" creationId="{970725BA-23A5-6BE5-0153-A784785314E6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87" creationId="{F4D88909-175A-5FD7-D5C7-17335A99169D}"/>
          </ac:spMkLst>
        </pc:spChg>
        <pc:spChg chg="mod">
          <ac:chgData name="Dipanshu Handoo" userId="3b448226-a166-4cba-85d1-dce14ba84b14" providerId="ADAL" clId="{A2D4982B-642A-494C-933A-8C2C12887FD2}" dt="2026-07-17T11:31:36.978" v="2310" actId="20577"/>
          <ac:spMkLst>
            <pc:docMk/>
            <pc:sldMk cId="4267484316" sldId="2147483313"/>
            <ac:spMk id="190" creationId="{4BA89F24-2B0B-8C60-E3ED-1FF66D8E5787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93" creationId="{E0A5E0E2-DBB1-2FF2-3F09-E9275C7B0C8B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96" creationId="{2B0085AB-FD82-F902-EF70-190EF4CF3955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199" creationId="{59A02ADC-6D37-DA22-9EEB-5E025C06898E}"/>
          </ac:spMkLst>
        </pc:spChg>
        <pc:spChg chg="mod topLvl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202" creationId="{D9085A43-C3B8-3D08-9330-69A892FF3D71}"/>
          </ac:spMkLst>
        </pc:spChg>
        <pc:spChg chg="mod topLvl">
          <ac:chgData name="Dipanshu Handoo" userId="3b448226-a166-4cba-85d1-dce14ba84b14" providerId="ADAL" clId="{A2D4982B-642A-494C-933A-8C2C12887FD2}" dt="2026-07-17T11:45:03.915" v="2938" actId="164"/>
          <ac:spMkLst>
            <pc:docMk/>
            <pc:sldMk cId="4267484316" sldId="2147483313"/>
            <ac:spMk id="205" creationId="{45806340-4B40-3066-2A81-67215549F7E6}"/>
          </ac:spMkLst>
        </pc:spChg>
        <pc:spChg chg="mod topLvl">
          <ac:chgData name="Dipanshu Handoo" userId="3b448226-a166-4cba-85d1-dce14ba84b14" providerId="ADAL" clId="{A2D4982B-642A-494C-933A-8C2C12887FD2}" dt="2026-07-17T11:45:00.206" v="2937" actId="164"/>
          <ac:spMkLst>
            <pc:docMk/>
            <pc:sldMk cId="4267484316" sldId="2147483313"/>
            <ac:spMk id="208" creationId="{F71B5116-4D30-ECA0-9364-44496C88A05A}"/>
          </ac:spMkLst>
        </pc:spChg>
        <pc:spChg chg="mod topLvl">
          <ac:chgData name="Dipanshu Handoo" userId="3b448226-a166-4cba-85d1-dce14ba84b14" providerId="ADAL" clId="{A2D4982B-642A-494C-933A-8C2C12887FD2}" dt="2026-07-17T11:45:14.680" v="2940" actId="164"/>
          <ac:spMkLst>
            <pc:docMk/>
            <pc:sldMk cId="4267484316" sldId="2147483313"/>
            <ac:spMk id="211" creationId="{4874888E-1400-B1BE-2684-0BD0AD3F16C0}"/>
          </ac:spMkLst>
        </pc:spChg>
        <pc:spChg chg="add mod">
          <ac:chgData name="Dipanshu Handoo" userId="3b448226-a166-4cba-85d1-dce14ba84b14" providerId="ADAL" clId="{A2D4982B-642A-494C-933A-8C2C12887FD2}" dt="2026-07-17T12:01:41.303" v="3250" actId="164"/>
          <ac:spMkLst>
            <pc:docMk/>
            <pc:sldMk cId="4267484316" sldId="2147483313"/>
            <ac:spMk id="231" creationId="{07FB2D6B-5F7B-9118-5F33-427F7DA71FE4}"/>
          </ac:spMkLst>
        </pc:spChg>
        <pc:spChg chg="add mod">
          <ac:chgData name="Dipanshu Handoo" userId="3b448226-a166-4cba-85d1-dce14ba84b14" providerId="ADAL" clId="{A2D4982B-642A-494C-933A-8C2C12887FD2}" dt="2026-07-17T11:56:27.429" v="3061" actId="164"/>
          <ac:spMkLst>
            <pc:docMk/>
            <pc:sldMk cId="4267484316" sldId="2147483313"/>
            <ac:spMk id="242" creationId="{2913B88A-261C-F36D-ABE3-74407025C248}"/>
          </ac:spMkLst>
        </pc:spChg>
        <pc:spChg chg="add del mod">
          <ac:chgData name="Dipanshu Handoo" userId="3b448226-a166-4cba-85d1-dce14ba84b14" providerId="ADAL" clId="{A2D4982B-642A-494C-933A-8C2C12887FD2}" dt="2026-07-17T11:59:02.786" v="3214" actId="478"/>
          <ac:spMkLst>
            <pc:docMk/>
            <pc:sldMk cId="4267484316" sldId="2147483313"/>
            <ac:spMk id="248" creationId="{44ADE59D-C0D5-1F7E-19A8-998D18E7ADD1}"/>
          </ac:spMkLst>
        </pc:spChg>
        <pc:spChg chg="add mod">
          <ac:chgData name="Dipanshu Handoo" userId="3b448226-a166-4cba-85d1-dce14ba84b14" providerId="ADAL" clId="{A2D4982B-642A-494C-933A-8C2C12887FD2}" dt="2026-07-17T12:01:46.497" v="3251" actId="164"/>
          <ac:spMkLst>
            <pc:docMk/>
            <pc:sldMk cId="4267484316" sldId="2147483313"/>
            <ac:spMk id="249" creationId="{5C603086-CB5A-E7B5-B9E3-8A154C9F95C4}"/>
          </ac:spMkLst>
        </pc:spChg>
        <pc:spChg chg="add mod">
          <ac:chgData name="Dipanshu Handoo" userId="3b448226-a166-4cba-85d1-dce14ba84b14" providerId="ADAL" clId="{A2D4982B-642A-494C-933A-8C2C12887FD2}" dt="2026-07-17T12:07:19.937" v="3352" actId="6549"/>
          <ac:spMkLst>
            <pc:docMk/>
            <pc:sldMk cId="4267484316" sldId="2147483313"/>
            <ac:spMk id="252" creationId="{0B841EF1-8127-270B-FE9F-8DA158B7C632}"/>
          </ac:spMkLst>
        </pc:spChg>
        <pc:spChg chg="add del mod">
          <ac:chgData name="Dipanshu Handoo" userId="3b448226-a166-4cba-85d1-dce14ba84b14" providerId="ADAL" clId="{A2D4982B-642A-494C-933A-8C2C12887FD2}" dt="2026-07-17T12:26:17.212" v="3670" actId="164"/>
          <ac:spMkLst>
            <pc:docMk/>
            <pc:sldMk cId="4267484316" sldId="2147483313"/>
            <ac:spMk id="255" creationId="{28E42E18-911F-E2C3-FBE8-1DCF630F1F45}"/>
          </ac:spMkLst>
        </pc:spChg>
        <pc:spChg chg="add mod">
          <ac:chgData name="Dipanshu Handoo" userId="3b448226-a166-4cba-85d1-dce14ba84b14" providerId="ADAL" clId="{A2D4982B-642A-494C-933A-8C2C12887FD2}" dt="2026-07-17T12:26:17.212" v="3670" actId="164"/>
          <ac:spMkLst>
            <pc:docMk/>
            <pc:sldMk cId="4267484316" sldId="2147483313"/>
            <ac:spMk id="256" creationId="{4C9DB903-ACC6-182F-5406-4986E8D4ABD5}"/>
          </ac:spMkLst>
        </pc:spChg>
        <pc:spChg chg="add mod">
          <ac:chgData name="Dipanshu Handoo" userId="3b448226-a166-4cba-85d1-dce14ba84b14" providerId="ADAL" clId="{A2D4982B-642A-494C-933A-8C2C12887FD2}" dt="2026-07-17T12:27:01.676" v="3674" actId="164"/>
          <ac:spMkLst>
            <pc:docMk/>
            <pc:sldMk cId="4267484316" sldId="2147483313"/>
            <ac:spMk id="257" creationId="{C379EE07-C3AC-8ACC-D3FC-903ACF68BA93}"/>
          </ac:spMkLst>
        </pc:spChg>
        <pc:spChg chg="add mod">
          <ac:chgData name="Dipanshu Handoo" userId="3b448226-a166-4cba-85d1-dce14ba84b14" providerId="ADAL" clId="{A2D4982B-642A-494C-933A-8C2C12887FD2}" dt="2026-07-17T12:26:29.646" v="3671" actId="164"/>
          <ac:spMkLst>
            <pc:docMk/>
            <pc:sldMk cId="4267484316" sldId="2147483313"/>
            <ac:spMk id="258" creationId="{88F52152-8498-34D5-1AA1-07C9720A5CE1}"/>
          </ac:spMkLst>
        </pc:spChg>
        <pc:spChg chg="add mod">
          <ac:chgData name="Dipanshu Handoo" userId="3b448226-a166-4cba-85d1-dce14ba84b14" providerId="ADAL" clId="{A2D4982B-642A-494C-933A-8C2C12887FD2}" dt="2026-07-17T12:26:37.170" v="3672" actId="164"/>
          <ac:spMkLst>
            <pc:docMk/>
            <pc:sldMk cId="4267484316" sldId="2147483313"/>
            <ac:spMk id="259" creationId="{0C53C5C7-9E03-D1CD-F268-C39351C8897B}"/>
          </ac:spMkLst>
        </pc:spChg>
        <pc:spChg chg="add mod">
          <ac:chgData name="Dipanshu Handoo" userId="3b448226-a166-4cba-85d1-dce14ba84b14" providerId="ADAL" clId="{A2D4982B-642A-494C-933A-8C2C12887FD2}" dt="2026-07-17T12:26:37.170" v="3672" actId="164"/>
          <ac:spMkLst>
            <pc:docMk/>
            <pc:sldMk cId="4267484316" sldId="2147483313"/>
            <ac:spMk id="260" creationId="{DE0E4188-4432-425F-625E-37A6813C1D19}"/>
          </ac:spMkLst>
        </pc:spChg>
        <pc:spChg chg="add mod">
          <ac:chgData name="Dipanshu Handoo" userId="3b448226-a166-4cba-85d1-dce14ba84b14" providerId="ADAL" clId="{A2D4982B-642A-494C-933A-8C2C12887FD2}" dt="2026-07-17T12:26:29.646" v="3671" actId="164"/>
          <ac:spMkLst>
            <pc:docMk/>
            <pc:sldMk cId="4267484316" sldId="2147483313"/>
            <ac:spMk id="261" creationId="{A1CF5A49-C487-93D6-C901-C572DBD1DB0A}"/>
          </ac:spMkLst>
        </pc:spChg>
        <pc:spChg chg="add mod">
          <ac:chgData name="Dipanshu Handoo" userId="3b448226-a166-4cba-85d1-dce14ba84b14" providerId="ADAL" clId="{A2D4982B-642A-494C-933A-8C2C12887FD2}" dt="2026-07-17T12:26:43.798" v="3673" actId="164"/>
          <ac:spMkLst>
            <pc:docMk/>
            <pc:sldMk cId="4267484316" sldId="2147483313"/>
            <ac:spMk id="262" creationId="{9CDCF4DE-80AC-AF46-5AF2-183846C1506F}"/>
          </ac:spMkLst>
        </pc:spChg>
        <pc:spChg chg="add mod">
          <ac:chgData name="Dipanshu Handoo" userId="3b448226-a166-4cba-85d1-dce14ba84b14" providerId="ADAL" clId="{A2D4982B-642A-494C-933A-8C2C12887FD2}" dt="2026-07-17T12:26:37.170" v="3672" actId="164"/>
          <ac:spMkLst>
            <pc:docMk/>
            <pc:sldMk cId="4267484316" sldId="2147483313"/>
            <ac:spMk id="263" creationId="{74339B48-27CA-3C93-4E3A-A20C6D401BB2}"/>
          </ac:spMkLst>
        </pc:spChg>
        <pc:spChg chg="add mod">
          <ac:chgData name="Dipanshu Handoo" userId="3b448226-a166-4cba-85d1-dce14ba84b14" providerId="ADAL" clId="{A2D4982B-642A-494C-933A-8C2C12887FD2}" dt="2026-07-17T12:26:37.170" v="3672" actId="164"/>
          <ac:spMkLst>
            <pc:docMk/>
            <pc:sldMk cId="4267484316" sldId="2147483313"/>
            <ac:spMk id="264" creationId="{A1E3A86B-F2F7-6F90-8BCB-6CCE21CFE1D9}"/>
          </ac:spMkLst>
        </pc:spChg>
        <pc:spChg chg="add mod">
          <ac:chgData name="Dipanshu Handoo" userId="3b448226-a166-4cba-85d1-dce14ba84b14" providerId="ADAL" clId="{A2D4982B-642A-494C-933A-8C2C12887FD2}" dt="2026-07-17T12:26:29.646" v="3671" actId="164"/>
          <ac:spMkLst>
            <pc:docMk/>
            <pc:sldMk cId="4267484316" sldId="2147483313"/>
            <ac:spMk id="265" creationId="{56320C62-0C04-E2F9-F8F4-BDFF4055FEC2}"/>
          </ac:spMkLst>
        </pc:spChg>
        <pc:spChg chg="add mod">
          <ac:chgData name="Dipanshu Handoo" userId="3b448226-a166-4cba-85d1-dce14ba84b14" providerId="ADAL" clId="{A2D4982B-642A-494C-933A-8C2C12887FD2}" dt="2026-07-17T12:26:29.646" v="3671" actId="164"/>
          <ac:spMkLst>
            <pc:docMk/>
            <pc:sldMk cId="4267484316" sldId="2147483313"/>
            <ac:spMk id="266" creationId="{BA9E6389-7D07-0F3D-8DBE-CA20537AC36A}"/>
          </ac:spMkLst>
        </pc:spChg>
        <pc:spChg chg="add mod">
          <ac:chgData name="Dipanshu Handoo" userId="3b448226-a166-4cba-85d1-dce14ba84b14" providerId="ADAL" clId="{A2D4982B-642A-494C-933A-8C2C12887FD2}" dt="2026-07-17T12:26:43.798" v="3673" actId="164"/>
          <ac:spMkLst>
            <pc:docMk/>
            <pc:sldMk cId="4267484316" sldId="2147483313"/>
            <ac:spMk id="267" creationId="{041AECB3-C728-05AA-4419-863EDEEBE5E1}"/>
          </ac:spMkLst>
        </pc:spChg>
        <pc:spChg chg="add mod ord">
          <ac:chgData name="Dipanshu Handoo" userId="3b448226-a166-4cba-85d1-dce14ba84b14" providerId="ADAL" clId="{A2D4982B-642A-494C-933A-8C2C12887FD2}" dt="2026-07-17T12:26:17.212" v="3670" actId="164"/>
          <ac:spMkLst>
            <pc:docMk/>
            <pc:sldMk cId="4267484316" sldId="2147483313"/>
            <ac:spMk id="268" creationId="{584640E2-32B1-45D0-632E-A3C261D30D51}"/>
          </ac:spMkLst>
        </pc:spChg>
        <pc:spChg chg="add mod ord">
          <ac:chgData name="Dipanshu Handoo" userId="3b448226-a166-4cba-85d1-dce14ba84b14" providerId="ADAL" clId="{A2D4982B-642A-494C-933A-8C2C12887FD2}" dt="2026-07-17T12:26:29.646" v="3671" actId="164"/>
          <ac:spMkLst>
            <pc:docMk/>
            <pc:sldMk cId="4267484316" sldId="2147483313"/>
            <ac:spMk id="269" creationId="{AFE5CD73-8FED-1DA7-9565-C70EC5F0627C}"/>
          </ac:spMkLst>
        </pc:spChg>
        <pc:spChg chg="add mod ord">
          <ac:chgData name="Dipanshu Handoo" userId="3b448226-a166-4cba-85d1-dce14ba84b14" providerId="ADAL" clId="{A2D4982B-642A-494C-933A-8C2C12887FD2}" dt="2026-07-17T12:26:37.170" v="3672" actId="164"/>
          <ac:spMkLst>
            <pc:docMk/>
            <pc:sldMk cId="4267484316" sldId="2147483313"/>
            <ac:spMk id="270" creationId="{4DD56730-DE0E-DFA9-3831-FD306D09970F}"/>
          </ac:spMkLst>
        </pc:spChg>
        <pc:spChg chg="add mod ord">
          <ac:chgData name="Dipanshu Handoo" userId="3b448226-a166-4cba-85d1-dce14ba84b14" providerId="ADAL" clId="{A2D4982B-642A-494C-933A-8C2C12887FD2}" dt="2026-07-17T12:26:43.798" v="3673" actId="164"/>
          <ac:spMkLst>
            <pc:docMk/>
            <pc:sldMk cId="4267484316" sldId="2147483313"/>
            <ac:spMk id="271" creationId="{6F859773-A78B-9EE1-9A46-DEB633DAA7E9}"/>
          </ac:spMkLst>
        </pc:spChg>
        <pc:spChg chg="add del mod">
          <ac:chgData name="Dipanshu Handoo" userId="3b448226-a166-4cba-85d1-dce14ba84b14" providerId="ADAL" clId="{A2D4982B-642A-494C-933A-8C2C12887FD2}" dt="2026-07-17T12:25:25.816" v="3637" actId="478"/>
          <ac:spMkLst>
            <pc:docMk/>
            <pc:sldMk cId="4267484316" sldId="2147483313"/>
            <ac:spMk id="272" creationId="{C61474DF-0CD4-4D05-B677-606C803C1599}"/>
          </ac:spMkLst>
        </pc:spChg>
        <pc:spChg chg="add mod">
          <ac:chgData name="Dipanshu Handoo" userId="3b448226-a166-4cba-85d1-dce14ba84b14" providerId="ADAL" clId="{A2D4982B-642A-494C-933A-8C2C12887FD2}" dt="2026-07-17T12:36:14.679" v="3808" actId="1038"/>
          <ac:spMkLst>
            <pc:docMk/>
            <pc:sldMk cId="4267484316" sldId="2147483313"/>
            <ac:spMk id="273" creationId="{2620F9D8-F1BC-ECEC-7742-F0C3F8AF26CC}"/>
          </ac:spMkLst>
        </pc:spChg>
        <pc:spChg chg="add mod">
          <ac:chgData name="Dipanshu Handoo" userId="3b448226-a166-4cba-85d1-dce14ba84b14" providerId="ADAL" clId="{A2D4982B-642A-494C-933A-8C2C12887FD2}" dt="2026-07-17T12:31:49.701" v="3763" actId="164"/>
          <ac:spMkLst>
            <pc:docMk/>
            <pc:sldMk cId="4267484316" sldId="2147483313"/>
            <ac:spMk id="293" creationId="{832117C8-6905-C6CA-B15A-3C116C90EDAA}"/>
          </ac:spMkLst>
        </pc:spChg>
        <pc:spChg chg="add mod ord">
          <ac:chgData name="Dipanshu Handoo" userId="3b448226-a166-4cba-85d1-dce14ba84b14" providerId="ADAL" clId="{A2D4982B-642A-494C-933A-8C2C12887FD2}" dt="2026-07-17T12:35:49.482" v="3794" actId="167"/>
          <ac:spMkLst>
            <pc:docMk/>
            <pc:sldMk cId="4267484316" sldId="2147483313"/>
            <ac:spMk id="297" creationId="{A53AB531-2A48-9FB9-397E-48CB734CBD6B}"/>
          </ac:spMkLst>
        </pc:spChg>
        <pc:grpChg chg="del">
          <ac:chgData name="Dipanshu Handoo" userId="3b448226-a166-4cba-85d1-dce14ba84b14" providerId="ADAL" clId="{A2D4982B-642A-494C-933A-8C2C12887FD2}" dt="2026-07-17T09:49:03.456" v="0" actId="478"/>
          <ac:grpSpMkLst>
            <pc:docMk/>
            <pc:sldMk cId="4267484316" sldId="2147483313"/>
            <ac:grpSpMk id="11" creationId="{A1D5BC85-7E93-258A-0426-6DE771D5697B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16" creationId="{F0C1D4E5-E74B-E615-806F-1FB31742A06C}"/>
          </ac:grpSpMkLst>
        </pc:grpChg>
        <pc:grpChg chg="add del mod">
          <ac:chgData name="Dipanshu Handoo" userId="3b448226-a166-4cba-85d1-dce14ba84b14" providerId="ADAL" clId="{A2D4982B-642A-494C-933A-8C2C12887FD2}" dt="2026-07-17T09:53:36.476" v="43" actId="165"/>
          <ac:grpSpMkLst>
            <pc:docMk/>
            <pc:sldMk cId="4267484316" sldId="2147483313"/>
            <ac:grpSpMk id="21" creationId="{B1E96499-3836-6D51-E3FD-0810F20DC647}"/>
          </ac:grpSpMkLst>
        </pc:grpChg>
        <pc:grpChg chg="add del mod">
          <ac:chgData name="Dipanshu Handoo" userId="3b448226-a166-4cba-85d1-dce14ba84b14" providerId="ADAL" clId="{A2D4982B-642A-494C-933A-8C2C12887FD2}" dt="2026-07-17T11:15:24.360" v="2158" actId="478"/>
          <ac:grpSpMkLst>
            <pc:docMk/>
            <pc:sldMk cId="4267484316" sldId="2147483313"/>
            <ac:grpSpMk id="28" creationId="{5197ECE9-548B-045C-54E2-8242EDD0549A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29" creationId="{4F3E06EF-76A9-8251-458F-E5595D3E7AD7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36" creationId="{6A0BF179-BC8F-D6D8-1D70-6296461150FB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41" creationId="{5FD824C7-3957-CBD7-0857-FEAE2A28C202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46" creationId="{A4B52974-E228-DBE0-0B3A-D3828A376C96}"/>
          </ac:grpSpMkLst>
        </pc:grpChg>
        <pc:grpChg chg="add del mod">
          <ac:chgData name="Dipanshu Handoo" userId="3b448226-a166-4cba-85d1-dce14ba84b14" providerId="ADAL" clId="{A2D4982B-642A-494C-933A-8C2C12887FD2}" dt="2026-07-17T11:13:23.135" v="2148" actId="165"/>
          <ac:grpSpMkLst>
            <pc:docMk/>
            <pc:sldMk cId="4267484316" sldId="2147483313"/>
            <ac:grpSpMk id="55" creationId="{FCB98BB2-6193-FB8D-88FF-1367EC5B2488}"/>
          </ac:grpSpMkLst>
        </pc:grpChg>
        <pc:grpChg chg="add del mod">
          <ac:chgData name="Dipanshu Handoo" userId="3b448226-a166-4cba-85d1-dce14ba84b14" providerId="ADAL" clId="{A2D4982B-642A-494C-933A-8C2C12887FD2}" dt="2026-07-17T11:17:33.961" v="2163" actId="165"/>
          <ac:grpSpMkLst>
            <pc:docMk/>
            <pc:sldMk cId="4267484316" sldId="2147483313"/>
            <ac:grpSpMk id="56" creationId="{E3494E75-0DA7-3BCC-4BA7-ED3467E5D1EB}"/>
          </ac:grpSpMkLst>
        </pc:grpChg>
        <pc:grpChg chg="add del mod">
          <ac:chgData name="Dipanshu Handoo" userId="3b448226-a166-4cba-85d1-dce14ba84b14" providerId="ADAL" clId="{A2D4982B-642A-494C-933A-8C2C12887FD2}" dt="2026-07-17T12:04:43.457" v="3254" actId="165"/>
          <ac:grpSpMkLst>
            <pc:docMk/>
            <pc:sldMk cId="4267484316" sldId="2147483313"/>
            <ac:grpSpMk id="59" creationId="{EFA2945E-2198-F73B-A9A1-27B43EA2B72C}"/>
          </ac:grpSpMkLst>
        </pc:grpChg>
        <pc:grpChg chg="add mod">
          <ac:chgData name="Dipanshu Handoo" userId="3b448226-a166-4cba-85d1-dce14ba84b14" providerId="ADAL" clId="{A2D4982B-642A-494C-933A-8C2C12887FD2}" dt="2026-07-17T10:38:11.140" v="1237" actId="552"/>
          <ac:grpSpMkLst>
            <pc:docMk/>
            <pc:sldMk cId="4267484316" sldId="2147483313"/>
            <ac:grpSpMk id="62" creationId="{8EFCDA15-CBE7-1B9D-AED9-E37AB53C18B2}"/>
          </ac:grpSpMkLst>
        </pc:grpChg>
        <pc:grpChg chg="add mod">
          <ac:chgData name="Dipanshu Handoo" userId="3b448226-a166-4cba-85d1-dce14ba84b14" providerId="ADAL" clId="{A2D4982B-642A-494C-933A-8C2C12887FD2}" dt="2026-07-17T10:38:11.140" v="1237" actId="552"/>
          <ac:grpSpMkLst>
            <pc:docMk/>
            <pc:sldMk cId="4267484316" sldId="2147483313"/>
            <ac:grpSpMk id="65" creationId="{9A39E342-2337-FFF4-76EF-DC1EB4340EEE}"/>
          </ac:grpSpMkLst>
        </pc:grpChg>
        <pc:grpChg chg="add mod">
          <ac:chgData name="Dipanshu Handoo" userId="3b448226-a166-4cba-85d1-dce14ba84b14" providerId="ADAL" clId="{A2D4982B-642A-494C-933A-8C2C12887FD2}" dt="2026-07-17T10:38:11.140" v="1237" actId="552"/>
          <ac:grpSpMkLst>
            <pc:docMk/>
            <pc:sldMk cId="4267484316" sldId="2147483313"/>
            <ac:grpSpMk id="68" creationId="{5827AEA1-B297-AECA-CB02-6FC7EE0E95E6}"/>
          </ac:grpSpMkLst>
        </pc:grpChg>
        <pc:grpChg chg="mod">
          <ac:chgData name="Dipanshu Handoo" userId="3b448226-a166-4cba-85d1-dce14ba84b14" providerId="ADAL" clId="{A2D4982B-642A-494C-933A-8C2C12887FD2}" dt="2026-07-17T12:31:03.394" v="3747" actId="1076"/>
          <ac:grpSpMkLst>
            <pc:docMk/>
            <pc:sldMk cId="4267484316" sldId="2147483313"/>
            <ac:grpSpMk id="118" creationId="{B7792E76-CBB9-E449-9EC7-8EB5DE84D2F2}"/>
          </ac:grpSpMkLst>
        </pc:grpChg>
        <pc:grpChg chg="add mod">
          <ac:chgData name="Dipanshu Handoo" userId="3b448226-a166-4cba-85d1-dce14ba84b14" providerId="ADAL" clId="{A2D4982B-642A-494C-933A-8C2C12887FD2}" dt="2026-07-17T10:51:09.003" v="1444" actId="164"/>
          <ac:grpSpMkLst>
            <pc:docMk/>
            <pc:sldMk cId="4267484316" sldId="2147483313"/>
            <ac:grpSpMk id="120" creationId="{54549CEC-4F82-0383-0F82-4B985314B174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21" creationId="{FE48C3A3-09B9-0122-005E-C75C637CE661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25" creationId="{5119EEC7-42F3-9263-B39E-31BD289ADC8A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29" creationId="{BD6D4665-900A-7C20-B762-9B5E46B6DC4B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33" creationId="{3B8955C1-200B-13D9-3F32-192300C01526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37" creationId="{CED2635D-6033-486A-0804-CA11E1C84CDE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41" creationId="{957E1335-F954-26F9-F8AE-3AA58906EAAE}"/>
          </ac:grpSpMkLst>
        </pc:grpChg>
        <pc:grpChg chg="add mod">
          <ac:chgData name="Dipanshu Handoo" userId="3b448226-a166-4cba-85d1-dce14ba84b14" providerId="ADAL" clId="{A2D4982B-642A-494C-933A-8C2C12887FD2}" dt="2026-07-17T11:10:16.132" v="2083" actId="164"/>
          <ac:grpSpMkLst>
            <pc:docMk/>
            <pc:sldMk cId="4267484316" sldId="2147483313"/>
            <ac:grpSpMk id="145" creationId="{CF132441-6D8B-167E-9A0D-53062FEAD3F8}"/>
          </ac:grpSpMkLst>
        </pc:grpChg>
        <pc:grpChg chg="add mod">
          <ac:chgData name="Dipanshu Handoo" userId="3b448226-a166-4cba-85d1-dce14ba84b14" providerId="ADAL" clId="{A2D4982B-642A-494C-933A-8C2C12887FD2}" dt="2026-07-17T11:14:23.110" v="2155" actId="164"/>
          <ac:grpSpMkLst>
            <pc:docMk/>
            <pc:sldMk cId="4267484316" sldId="2147483313"/>
            <ac:grpSpMk id="149" creationId="{767E54B5-9518-FD62-242C-F06AF6C02597}"/>
          </ac:grpSpMkLst>
        </pc:grpChg>
        <pc:grpChg chg="add mod">
          <ac:chgData name="Dipanshu Handoo" userId="3b448226-a166-4cba-85d1-dce14ba84b14" providerId="ADAL" clId="{A2D4982B-642A-494C-933A-8C2C12887FD2}" dt="2026-07-17T11:13:32.447" v="2150" actId="164"/>
          <ac:grpSpMkLst>
            <pc:docMk/>
            <pc:sldMk cId="4267484316" sldId="2147483313"/>
            <ac:grpSpMk id="151" creationId="{F76E9D1E-F056-8B95-E641-96AAC1152E9A}"/>
          </ac:grpSpMkLst>
        </pc:grpChg>
        <pc:grpChg chg="add mod">
          <ac:chgData name="Dipanshu Handoo" userId="3b448226-a166-4cba-85d1-dce14ba84b14" providerId="ADAL" clId="{A2D4982B-642A-494C-933A-8C2C12887FD2}" dt="2026-07-17T11:13:43.178" v="2152" actId="164"/>
          <ac:grpSpMkLst>
            <pc:docMk/>
            <pc:sldMk cId="4267484316" sldId="2147483313"/>
            <ac:grpSpMk id="152" creationId="{C2C768AC-0DA9-5647-B54D-246E8DF322E1}"/>
          </ac:grpSpMkLst>
        </pc:grpChg>
        <pc:grpChg chg="add mod ord">
          <ac:chgData name="Dipanshu Handoo" userId="3b448226-a166-4cba-85d1-dce14ba84b14" providerId="ADAL" clId="{A2D4982B-642A-494C-933A-8C2C12887FD2}" dt="2026-07-17T11:14:23.110" v="2155" actId="164"/>
          <ac:grpSpMkLst>
            <pc:docMk/>
            <pc:sldMk cId="4267484316" sldId="2147483313"/>
            <ac:grpSpMk id="153" creationId="{64B65001-A086-6C1C-48B6-E09AA4BD9CB5}"/>
          </ac:grpSpMkLst>
        </pc:grpChg>
        <pc:grpChg chg="add mod">
          <ac:chgData name="Dipanshu Handoo" userId="3b448226-a166-4cba-85d1-dce14ba84b14" providerId="ADAL" clId="{A2D4982B-642A-494C-933A-8C2C12887FD2}" dt="2026-07-17T11:14:23.110" v="2155" actId="164"/>
          <ac:grpSpMkLst>
            <pc:docMk/>
            <pc:sldMk cId="4267484316" sldId="2147483313"/>
            <ac:grpSpMk id="154" creationId="{E0ACEB38-53C5-02E3-9A46-753A2CB54EBB}"/>
          </ac:grpSpMkLst>
        </pc:grpChg>
        <pc:grpChg chg="add mod">
          <ac:chgData name="Dipanshu Handoo" userId="3b448226-a166-4cba-85d1-dce14ba84b14" providerId="ADAL" clId="{A2D4982B-642A-494C-933A-8C2C12887FD2}" dt="2026-07-17T11:18:43.754" v="2207" actId="164"/>
          <ac:grpSpMkLst>
            <pc:docMk/>
            <pc:sldMk cId="4267484316" sldId="2147483313"/>
            <ac:grpSpMk id="156" creationId="{969E229E-C3A8-BEFD-CB43-3F58664E5D43}"/>
          </ac:grpSpMkLst>
        </pc:grpChg>
        <pc:grpChg chg="add mod">
          <ac:chgData name="Dipanshu Handoo" userId="3b448226-a166-4cba-85d1-dce14ba84b14" providerId="ADAL" clId="{A2D4982B-642A-494C-933A-8C2C12887FD2}" dt="2026-07-17T11:18:53.259" v="2209" actId="164"/>
          <ac:grpSpMkLst>
            <pc:docMk/>
            <pc:sldMk cId="4267484316" sldId="2147483313"/>
            <ac:grpSpMk id="157" creationId="{2466ADC6-6231-93F9-FE44-A9673D00B370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158" creationId="{AA2EAEA7-4DB6-4D94-B7B7-B88AFC8042B7}"/>
          </ac:grpSpMkLst>
        </pc:grpChg>
        <pc:grpChg chg="add del mod">
          <ac:chgData name="Dipanshu Handoo" userId="3b448226-a166-4cba-85d1-dce14ba84b14" providerId="ADAL" clId="{A2D4982B-642A-494C-933A-8C2C12887FD2}" dt="2026-07-17T11:35:14.725" v="2475" actId="21"/>
          <ac:grpSpMkLst>
            <pc:docMk/>
            <pc:sldMk cId="4267484316" sldId="2147483313"/>
            <ac:grpSpMk id="178" creationId="{FF1AF06F-791C-C9E2-64E6-E985CDB2C9F5}"/>
          </ac:grpSpMkLst>
        </pc:grpChg>
        <pc:grpChg chg="add mod">
          <ac:chgData name="Dipanshu Handoo" userId="3b448226-a166-4cba-85d1-dce14ba84b14" providerId="ADAL" clId="{A2D4982B-642A-494C-933A-8C2C12887FD2}" dt="2026-07-17T11:41:25.567" v="2908" actId="12789"/>
          <ac:grpSpMkLst>
            <pc:docMk/>
            <pc:sldMk cId="4267484316" sldId="2147483313"/>
            <ac:grpSpMk id="181" creationId="{AA200A79-F3B8-A4EB-871F-0179B8E2CAAA}"/>
          </ac:grpSpMkLst>
        </pc:grpChg>
        <pc:grpChg chg="add del mod">
          <ac:chgData name="Dipanshu Handoo" userId="3b448226-a166-4cba-85d1-dce14ba84b14" providerId="ADAL" clId="{A2D4982B-642A-494C-933A-8C2C12887FD2}" dt="2026-07-17T11:33:10.936" v="2376" actId="21"/>
          <ac:grpSpMkLst>
            <pc:docMk/>
            <pc:sldMk cId="4267484316" sldId="2147483313"/>
            <ac:grpSpMk id="182" creationId="{0408F4D5-F606-A247-DF9A-1C787DB89658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185" creationId="{5905CDC2-E475-49EA-8C62-71351E0553DB}"/>
          </ac:grpSpMkLst>
        </pc:grpChg>
        <pc:grpChg chg="add del mod">
          <ac:chgData name="Dipanshu Handoo" userId="3b448226-a166-4cba-85d1-dce14ba84b14" providerId="ADAL" clId="{A2D4982B-642A-494C-933A-8C2C12887FD2}" dt="2026-07-17T11:35:06.184" v="2471" actId="478"/>
          <ac:grpSpMkLst>
            <pc:docMk/>
            <pc:sldMk cId="4267484316" sldId="2147483313"/>
            <ac:grpSpMk id="188" creationId="{99C7990F-C186-780C-5FF8-9FF44475FEC3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191" creationId="{00325E86-635C-445E-63D7-40E77D806DF0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194" creationId="{168FEF8C-ED46-635D-5A49-3403475C8B94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197" creationId="{DBECEC09-764B-C3DD-4C67-BAB03D2889C9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200" creationId="{2603E626-129E-0680-9362-3459D9C1FC7A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203" creationId="{A2500A3E-1E72-1613-31A9-1A60D374CA08}"/>
          </ac:grpSpMkLst>
        </pc:grpChg>
        <pc:grpChg chg="add mod">
          <ac:chgData name="Dipanshu Handoo" userId="3b448226-a166-4cba-85d1-dce14ba84b14" providerId="ADAL" clId="{A2D4982B-642A-494C-933A-8C2C12887FD2}" dt="2026-07-17T11:41:25.567" v="2908" actId="12789"/>
          <ac:grpSpMkLst>
            <pc:docMk/>
            <pc:sldMk cId="4267484316" sldId="2147483313"/>
            <ac:grpSpMk id="206" creationId="{D1350D29-6418-6083-BBB8-D51D7F9D57A3}"/>
          </ac:grpSpMkLst>
        </pc:grpChg>
        <pc:grpChg chg="add mod">
          <ac:chgData name="Dipanshu Handoo" userId="3b448226-a166-4cba-85d1-dce14ba84b14" providerId="ADAL" clId="{A2D4982B-642A-494C-933A-8C2C12887FD2}" dt="2026-07-17T11:41:26.822" v="2909" actId="408"/>
          <ac:grpSpMkLst>
            <pc:docMk/>
            <pc:sldMk cId="4267484316" sldId="2147483313"/>
            <ac:grpSpMk id="209" creationId="{766151F6-E0FE-5892-58B0-D40B5C6006B1}"/>
          </ac:grpSpMkLst>
        </pc:grpChg>
        <pc:grpChg chg="add mod">
          <ac:chgData name="Dipanshu Handoo" userId="3b448226-a166-4cba-85d1-dce14ba84b14" providerId="ADAL" clId="{A2D4982B-642A-494C-933A-8C2C12887FD2}" dt="2026-07-17T11:43:42.372" v="2934" actId="164"/>
          <ac:grpSpMkLst>
            <pc:docMk/>
            <pc:sldMk cId="4267484316" sldId="2147483313"/>
            <ac:grpSpMk id="221" creationId="{3AFCC3D7-D8B0-0A75-B5F9-5E50FFE27A59}"/>
          </ac:grpSpMkLst>
        </pc:grpChg>
        <pc:grpChg chg="add mod">
          <ac:chgData name="Dipanshu Handoo" userId="3b448226-a166-4cba-85d1-dce14ba84b14" providerId="ADAL" clId="{A2D4982B-642A-494C-933A-8C2C12887FD2}" dt="2026-07-17T11:52:00.597" v="3028" actId="164"/>
          <ac:grpSpMkLst>
            <pc:docMk/>
            <pc:sldMk cId="4267484316" sldId="2147483313"/>
            <ac:grpSpMk id="222" creationId="{408EB5B6-C1DE-C02B-D8AE-339DE38DCE6D}"/>
          </ac:grpSpMkLst>
        </pc:grpChg>
        <pc:grpChg chg="add mod">
          <ac:chgData name="Dipanshu Handoo" userId="3b448226-a166-4cba-85d1-dce14ba84b14" providerId="ADAL" clId="{A2D4982B-642A-494C-933A-8C2C12887FD2}" dt="2026-07-17T11:52:00.597" v="3028" actId="164"/>
          <ac:grpSpMkLst>
            <pc:docMk/>
            <pc:sldMk cId="4267484316" sldId="2147483313"/>
            <ac:grpSpMk id="223" creationId="{92536909-F160-DA39-D3DA-35ADFBEC80B1}"/>
          </ac:grpSpMkLst>
        </pc:grpChg>
        <pc:grpChg chg="add mod">
          <ac:chgData name="Dipanshu Handoo" userId="3b448226-a166-4cba-85d1-dce14ba84b14" providerId="ADAL" clId="{A2D4982B-642A-494C-933A-8C2C12887FD2}" dt="2026-07-17T11:52:11.175" v="3030" actId="164"/>
          <ac:grpSpMkLst>
            <pc:docMk/>
            <pc:sldMk cId="4267484316" sldId="2147483313"/>
            <ac:grpSpMk id="224" creationId="{E9DF809E-9A73-E516-7F80-E8640800749C}"/>
          </ac:grpSpMkLst>
        </pc:grpChg>
        <pc:grpChg chg="add mod">
          <ac:chgData name="Dipanshu Handoo" userId="3b448226-a166-4cba-85d1-dce14ba84b14" providerId="ADAL" clId="{A2D4982B-642A-494C-933A-8C2C12887FD2}" dt="2026-07-17T11:52:00.597" v="3028" actId="164"/>
          <ac:grpSpMkLst>
            <pc:docMk/>
            <pc:sldMk cId="4267484316" sldId="2147483313"/>
            <ac:grpSpMk id="225" creationId="{2BD28078-5C28-8987-4D10-06093BC0758D}"/>
          </ac:grpSpMkLst>
        </pc:grpChg>
        <pc:grpChg chg="add mod">
          <ac:chgData name="Dipanshu Handoo" userId="3b448226-a166-4cba-85d1-dce14ba84b14" providerId="ADAL" clId="{A2D4982B-642A-494C-933A-8C2C12887FD2}" dt="2026-07-17T11:52:11.175" v="3030" actId="164"/>
          <ac:grpSpMkLst>
            <pc:docMk/>
            <pc:sldMk cId="4267484316" sldId="2147483313"/>
            <ac:grpSpMk id="226" creationId="{CFA06FA9-1B35-645E-B4CF-7416684AB882}"/>
          </ac:grpSpMkLst>
        </pc:grpChg>
        <pc:grpChg chg="add mod">
          <ac:chgData name="Dipanshu Handoo" userId="3b448226-a166-4cba-85d1-dce14ba84b14" providerId="ADAL" clId="{A2D4982B-642A-494C-933A-8C2C12887FD2}" dt="2026-07-17T11:52:11.175" v="3030" actId="164"/>
          <ac:grpSpMkLst>
            <pc:docMk/>
            <pc:sldMk cId="4267484316" sldId="2147483313"/>
            <ac:grpSpMk id="227" creationId="{710A320A-BE4C-20BC-3DC9-A0412AFE6380}"/>
          </ac:grpSpMkLst>
        </pc:grpChg>
        <pc:grpChg chg="add mod">
          <ac:chgData name="Dipanshu Handoo" userId="3b448226-a166-4cba-85d1-dce14ba84b14" providerId="ADAL" clId="{A2D4982B-642A-494C-933A-8C2C12887FD2}" dt="2026-07-17T11:52:11.175" v="3030" actId="164"/>
          <ac:grpSpMkLst>
            <pc:docMk/>
            <pc:sldMk cId="4267484316" sldId="2147483313"/>
            <ac:grpSpMk id="228" creationId="{C203007B-F247-E7A0-1BB9-9D48DDD1B395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229" creationId="{3F079717-0473-7020-F030-4BF6D0A4F29C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230" creationId="{A0792A44-38EC-ED6E-50B3-8B79ABD3ED84}"/>
          </ac:grpSpMkLst>
        </pc:grpChg>
        <pc:grpChg chg="add mod">
          <ac:chgData name="Dipanshu Handoo" userId="3b448226-a166-4cba-85d1-dce14ba84b14" providerId="ADAL" clId="{A2D4982B-642A-494C-933A-8C2C12887FD2}" dt="2026-07-17T11:56:27.429" v="3061" actId="164"/>
          <ac:grpSpMkLst>
            <pc:docMk/>
            <pc:sldMk cId="4267484316" sldId="2147483313"/>
            <ac:grpSpMk id="232" creationId="{F7B704CE-DB0B-94A8-5F20-A1FF36E54952}"/>
          </ac:grpSpMkLst>
        </pc:grpChg>
        <pc:grpChg chg="add mod">
          <ac:chgData name="Dipanshu Handoo" userId="3b448226-a166-4cba-85d1-dce14ba84b14" providerId="ADAL" clId="{A2D4982B-642A-494C-933A-8C2C12887FD2}" dt="2026-07-17T11:52:18.742" v="3031" actId="164"/>
          <ac:grpSpMkLst>
            <pc:docMk/>
            <pc:sldMk cId="4267484316" sldId="2147483313"/>
            <ac:grpSpMk id="233" creationId="{065CF10D-36F7-819C-7892-70779FD10B4B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234" creationId="{2A26A611-6C68-4507-8FE7-0CA40F3F49A0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245" creationId="{2E1091B0-1E16-6489-49A0-820D6EB13580}"/>
          </ac:grpSpMkLst>
        </pc:grpChg>
        <pc:grpChg chg="add mod">
          <ac:chgData name="Dipanshu Handoo" userId="3b448226-a166-4cba-85d1-dce14ba84b14" providerId="ADAL" clId="{A2D4982B-642A-494C-933A-8C2C12887FD2}" dt="2026-07-17T12:01:38.955" v="3249" actId="164"/>
          <ac:grpSpMkLst>
            <pc:docMk/>
            <pc:sldMk cId="4267484316" sldId="2147483313"/>
            <ac:grpSpMk id="250" creationId="{B72A42CF-A910-68B3-85E5-FE7F116970D5}"/>
          </ac:grpSpMkLst>
        </pc:grpChg>
        <pc:grpChg chg="add mod">
          <ac:chgData name="Dipanshu Handoo" userId="3b448226-a166-4cba-85d1-dce14ba84b14" providerId="ADAL" clId="{A2D4982B-642A-494C-933A-8C2C12887FD2}" dt="2026-07-17T12:01:46.497" v="3251" actId="164"/>
          <ac:grpSpMkLst>
            <pc:docMk/>
            <pc:sldMk cId="4267484316" sldId="2147483313"/>
            <ac:grpSpMk id="251" creationId="{12C541E4-C336-BD90-9C66-859C806A12CC}"/>
          </ac:grpSpMkLst>
        </pc:grpChg>
        <pc:grpChg chg="add mod">
          <ac:chgData name="Dipanshu Handoo" userId="3b448226-a166-4cba-85d1-dce14ba84b14" providerId="ADAL" clId="{A2D4982B-642A-494C-933A-8C2C12887FD2}" dt="2026-07-17T12:05:26.905" v="3299" actId="164"/>
          <ac:grpSpMkLst>
            <pc:docMk/>
            <pc:sldMk cId="4267484316" sldId="2147483313"/>
            <ac:grpSpMk id="253" creationId="{22FCB9D0-FDC8-457A-61EA-AA2EA175056B}"/>
          </ac:grpSpMkLst>
        </pc:grpChg>
        <pc:grpChg chg="add mod">
          <ac:chgData name="Dipanshu Handoo" userId="3b448226-a166-4cba-85d1-dce14ba84b14" providerId="ADAL" clId="{A2D4982B-642A-494C-933A-8C2C12887FD2}" dt="2026-07-17T12:27:10.467" v="3676" actId="164"/>
          <ac:grpSpMkLst>
            <pc:docMk/>
            <pc:sldMk cId="4267484316" sldId="2147483313"/>
            <ac:grpSpMk id="254" creationId="{FFE2211A-11E3-AB90-41A2-A9780ED60754}"/>
          </ac:grpSpMkLst>
        </pc:grpChg>
        <pc:grpChg chg="add mod">
          <ac:chgData name="Dipanshu Handoo" userId="3b448226-a166-4cba-85d1-dce14ba84b14" providerId="ADAL" clId="{A2D4982B-642A-494C-933A-8C2C12887FD2}" dt="2026-07-17T12:27:01.676" v="3674" actId="164"/>
          <ac:grpSpMkLst>
            <pc:docMk/>
            <pc:sldMk cId="4267484316" sldId="2147483313"/>
            <ac:grpSpMk id="274" creationId="{D7A6F968-179A-0342-9428-03CFFA34FC05}"/>
          </ac:grpSpMkLst>
        </pc:grpChg>
        <pc:grpChg chg="add mod">
          <ac:chgData name="Dipanshu Handoo" userId="3b448226-a166-4cba-85d1-dce14ba84b14" providerId="ADAL" clId="{A2D4982B-642A-494C-933A-8C2C12887FD2}" dt="2026-07-17T12:27:01.676" v="3674" actId="164"/>
          <ac:grpSpMkLst>
            <pc:docMk/>
            <pc:sldMk cId="4267484316" sldId="2147483313"/>
            <ac:grpSpMk id="275" creationId="{1585BDB2-322F-D646-85F3-AF879A5E5510}"/>
          </ac:grpSpMkLst>
        </pc:grpChg>
        <pc:grpChg chg="add mod">
          <ac:chgData name="Dipanshu Handoo" userId="3b448226-a166-4cba-85d1-dce14ba84b14" providerId="ADAL" clId="{A2D4982B-642A-494C-933A-8C2C12887FD2}" dt="2026-07-17T12:27:01.676" v="3674" actId="164"/>
          <ac:grpSpMkLst>
            <pc:docMk/>
            <pc:sldMk cId="4267484316" sldId="2147483313"/>
            <ac:grpSpMk id="276" creationId="{70067050-93CF-4BF8-B3DE-C23C8410DED5}"/>
          </ac:grpSpMkLst>
        </pc:grpChg>
        <pc:grpChg chg="add mod">
          <ac:chgData name="Dipanshu Handoo" userId="3b448226-a166-4cba-85d1-dce14ba84b14" providerId="ADAL" clId="{A2D4982B-642A-494C-933A-8C2C12887FD2}" dt="2026-07-17T12:27:01.676" v="3674" actId="164"/>
          <ac:grpSpMkLst>
            <pc:docMk/>
            <pc:sldMk cId="4267484316" sldId="2147483313"/>
            <ac:grpSpMk id="277" creationId="{9323AA2D-B6E5-90F8-5BF4-D2090AC4AF4F}"/>
          </ac:grpSpMkLst>
        </pc:grpChg>
        <pc:grpChg chg="add mod">
          <ac:chgData name="Dipanshu Handoo" userId="3b448226-a166-4cba-85d1-dce14ba84b14" providerId="ADAL" clId="{A2D4982B-642A-494C-933A-8C2C12887FD2}" dt="2026-07-17T12:27:10.467" v="3676" actId="164"/>
          <ac:grpSpMkLst>
            <pc:docMk/>
            <pc:sldMk cId="4267484316" sldId="2147483313"/>
            <ac:grpSpMk id="278" creationId="{1A996CE2-9E1D-BD18-288A-092DE604DA57}"/>
          </ac:grpSpMkLst>
        </pc:grpChg>
        <pc:grpChg chg="add mod">
          <ac:chgData name="Dipanshu Handoo" userId="3b448226-a166-4cba-85d1-dce14ba84b14" providerId="ADAL" clId="{A2D4982B-642A-494C-933A-8C2C12887FD2}" dt="2026-07-17T12:27:10.467" v="3676" actId="164"/>
          <ac:grpSpMkLst>
            <pc:docMk/>
            <pc:sldMk cId="4267484316" sldId="2147483313"/>
            <ac:grpSpMk id="279" creationId="{D3AB4C38-4077-CD47-532F-3C612CCDEA22}"/>
          </ac:grpSpMkLst>
        </pc:grpChg>
        <pc:grpChg chg="add mod">
          <ac:chgData name="Dipanshu Handoo" userId="3b448226-a166-4cba-85d1-dce14ba84b14" providerId="ADAL" clId="{A2D4982B-642A-494C-933A-8C2C12887FD2}" dt="2026-07-17T12:31:38.548" v="3761" actId="164"/>
          <ac:grpSpMkLst>
            <pc:docMk/>
            <pc:sldMk cId="4267484316" sldId="2147483313"/>
            <ac:grpSpMk id="294" creationId="{5D98A8A1-FB6D-BBBC-1800-229B736B7F2B}"/>
          </ac:grpSpMkLst>
        </pc:grpChg>
        <pc:grpChg chg="add mod">
          <ac:chgData name="Dipanshu Handoo" userId="3b448226-a166-4cba-85d1-dce14ba84b14" providerId="ADAL" clId="{A2D4982B-642A-494C-933A-8C2C12887FD2}" dt="2026-07-17T12:31:49.701" v="3763" actId="164"/>
          <ac:grpSpMkLst>
            <pc:docMk/>
            <pc:sldMk cId="4267484316" sldId="2147483313"/>
            <ac:grpSpMk id="295" creationId="{A6F4562D-4B9C-79E3-D9E3-05CB2FCAB9C8}"/>
          </ac:grpSpMkLst>
        </pc:grpChg>
        <pc:grpChg chg="add mod">
          <ac:chgData name="Dipanshu Handoo" userId="3b448226-a166-4cba-85d1-dce14ba84b14" providerId="ADAL" clId="{A2D4982B-642A-494C-933A-8C2C12887FD2}" dt="2026-07-17T12:32:11.354" v="3766" actId="1076"/>
          <ac:grpSpMkLst>
            <pc:docMk/>
            <pc:sldMk cId="4267484316" sldId="2147483313"/>
            <ac:grpSpMk id="296" creationId="{53E24CBE-C2ED-427B-B57A-0FEBC8E3F38F}"/>
          </ac:grpSpMkLst>
        </pc:grpChg>
        <pc:picChg chg="del mod">
          <ac:chgData name="Dipanshu Handoo" userId="3b448226-a166-4cba-85d1-dce14ba84b14" providerId="ADAL" clId="{A2D4982B-642A-494C-933A-8C2C12887FD2}" dt="2026-07-17T10:50:43.253" v="1440" actId="21"/>
          <ac:picMkLst>
            <pc:docMk/>
            <pc:sldMk cId="4267484316" sldId="2147483313"/>
            <ac:picMk id="6" creationId="{7CAA510F-7A83-ACF5-DC3A-053F18E5A562}"/>
          </ac:picMkLst>
        </pc:picChg>
        <pc:picChg chg="mod">
          <ac:chgData name="Dipanshu Handoo" userId="3b448226-a166-4cba-85d1-dce14ba84b14" providerId="ADAL" clId="{A2D4982B-642A-494C-933A-8C2C12887FD2}" dt="2026-07-17T10:18:34.983" v="549" actId="12789"/>
          <ac:picMkLst>
            <pc:docMk/>
            <pc:sldMk cId="4267484316" sldId="2147483313"/>
            <ac:picMk id="18" creationId="{85285C4B-BDD8-A604-6D14-E1DDC2ADA122}"/>
          </ac:picMkLst>
        </pc:picChg>
        <pc:picChg chg="del mod topLvl">
          <ac:chgData name="Dipanshu Handoo" userId="3b448226-a166-4cba-85d1-dce14ba84b14" providerId="ADAL" clId="{A2D4982B-642A-494C-933A-8C2C12887FD2}" dt="2026-07-17T09:53:43.550" v="45" actId="478"/>
          <ac:picMkLst>
            <pc:docMk/>
            <pc:sldMk cId="4267484316" sldId="2147483313"/>
            <ac:picMk id="23" creationId="{C5D8D5B4-E9F0-CD49-F37B-7A86C7E20CFE}"/>
          </ac:picMkLst>
        </pc:picChg>
        <pc:picChg chg="add mod topLvl">
          <ac:chgData name="Dipanshu Handoo" userId="3b448226-a166-4cba-85d1-dce14ba84b14" providerId="ADAL" clId="{A2D4982B-642A-494C-933A-8C2C12887FD2}" dt="2026-07-17T10:08:27.956" v="372" actId="165"/>
          <ac:picMkLst>
            <pc:docMk/>
            <pc:sldMk cId="4267484316" sldId="2147483313"/>
            <ac:picMk id="27" creationId="{A3F92D87-C07D-B9DB-1C5E-3F179FBC5A50}"/>
          </ac:picMkLst>
        </pc:picChg>
        <pc:picChg chg="mod">
          <ac:chgData name="Dipanshu Handoo" userId="3b448226-a166-4cba-85d1-dce14ba84b14" providerId="ADAL" clId="{A2D4982B-642A-494C-933A-8C2C12887FD2}" dt="2026-07-17T10:18:47.158" v="550" actId="12789"/>
          <ac:picMkLst>
            <pc:docMk/>
            <pc:sldMk cId="4267484316" sldId="2147483313"/>
            <ac:picMk id="33" creationId="{1E61F32A-FD55-8D3A-462F-FBC58797A491}"/>
          </ac:picMkLst>
        </pc:picChg>
        <pc:picChg chg="add del mod">
          <ac:chgData name="Dipanshu Handoo" userId="3b448226-a166-4cba-85d1-dce14ba84b14" providerId="ADAL" clId="{A2D4982B-642A-494C-933A-8C2C12887FD2}" dt="2026-07-17T10:01:48.262" v="86" actId="21"/>
          <ac:picMkLst>
            <pc:docMk/>
            <pc:sldMk cId="4267484316" sldId="2147483313"/>
            <ac:picMk id="35" creationId="{C63FB293-F484-5E3F-7985-E4B6C83B889A}"/>
          </ac:picMkLst>
        </pc:picChg>
        <pc:picChg chg="mod">
          <ac:chgData name="Dipanshu Handoo" userId="3b448226-a166-4cba-85d1-dce14ba84b14" providerId="ADAL" clId="{A2D4982B-642A-494C-933A-8C2C12887FD2}" dt="2026-07-17T10:18:57.127" v="566" actId="12789"/>
          <ac:picMkLst>
            <pc:docMk/>
            <pc:sldMk cId="4267484316" sldId="2147483313"/>
            <ac:picMk id="40" creationId="{72306A9A-B49B-E75F-9CEB-062F8AFF0A69}"/>
          </ac:picMkLst>
        </pc:picChg>
        <pc:picChg chg="mod">
          <ac:chgData name="Dipanshu Handoo" userId="3b448226-a166-4cba-85d1-dce14ba84b14" providerId="ADAL" clId="{A2D4982B-642A-494C-933A-8C2C12887FD2}" dt="2026-07-17T10:19:08.635" v="585" actId="12789"/>
          <ac:picMkLst>
            <pc:docMk/>
            <pc:sldMk cId="4267484316" sldId="2147483313"/>
            <ac:picMk id="45" creationId="{79456083-7D79-FC7A-9EE9-20FF858CF55D}"/>
          </ac:picMkLst>
        </pc:picChg>
        <pc:picChg chg="mod">
          <ac:chgData name="Dipanshu Handoo" userId="3b448226-a166-4cba-85d1-dce14ba84b14" providerId="ADAL" clId="{A2D4982B-642A-494C-933A-8C2C12887FD2}" dt="2026-07-17T10:17:06.940" v="503"/>
          <ac:picMkLst>
            <pc:docMk/>
            <pc:sldMk cId="4267484316" sldId="2147483313"/>
            <ac:picMk id="50" creationId="{E1085A41-24EE-BB12-EF3A-6EC70E666FEA}"/>
          </ac:picMkLst>
        </pc:picChg>
        <pc:picChg chg="add del mod ord">
          <ac:chgData name="Dipanshu Handoo" userId="3b448226-a166-4cba-85d1-dce14ba84b14" providerId="ADAL" clId="{A2D4982B-642A-494C-933A-8C2C12887FD2}" dt="2026-07-17T13:23:23.714" v="3809" actId="21"/>
          <ac:picMkLst>
            <pc:docMk/>
            <pc:sldMk cId="4267484316" sldId="2147483313"/>
            <ac:picMk id="119" creationId="{7CAA510F-7A83-ACF5-DC3A-053F18E5A562}"/>
          </ac:picMkLst>
        </pc:picChg>
        <pc:picChg chg="mod">
          <ac:chgData name="Dipanshu Handoo" userId="3b448226-a166-4cba-85d1-dce14ba84b14" providerId="ADAL" clId="{A2D4982B-642A-494C-933A-8C2C12887FD2}" dt="2026-07-17T11:10:55.912" v="2085" actId="208"/>
          <ac:picMkLst>
            <pc:docMk/>
            <pc:sldMk cId="4267484316" sldId="2147483313"/>
            <ac:picMk id="122" creationId="{AE099895-BFB0-1C60-E854-68C48CF4E5D2}"/>
          </ac:picMkLst>
        </pc:picChg>
        <pc:picChg chg="mod">
          <ac:chgData name="Dipanshu Handoo" userId="3b448226-a166-4cba-85d1-dce14ba84b14" providerId="ADAL" clId="{A2D4982B-642A-494C-933A-8C2C12887FD2}" dt="2026-07-17T11:11:30.415" v="2087" actId="208"/>
          <ac:picMkLst>
            <pc:docMk/>
            <pc:sldMk cId="4267484316" sldId="2147483313"/>
            <ac:picMk id="126" creationId="{3E5EC9E4-BE22-C496-B44C-C3125AA1CACE}"/>
          </ac:picMkLst>
        </pc:picChg>
        <pc:picChg chg="mod">
          <ac:chgData name="Dipanshu Handoo" userId="3b448226-a166-4cba-85d1-dce14ba84b14" providerId="ADAL" clId="{A2D4982B-642A-494C-933A-8C2C12887FD2}" dt="2026-07-17T11:11:41.644" v="2088" actId="208"/>
          <ac:picMkLst>
            <pc:docMk/>
            <pc:sldMk cId="4267484316" sldId="2147483313"/>
            <ac:picMk id="130" creationId="{23CE83D5-BCB8-99C3-14DB-5A08FDFDF39F}"/>
          </ac:picMkLst>
        </pc:picChg>
        <pc:picChg chg="mod">
          <ac:chgData name="Dipanshu Handoo" userId="3b448226-a166-4cba-85d1-dce14ba84b14" providerId="ADAL" clId="{A2D4982B-642A-494C-933A-8C2C12887FD2}" dt="2026-07-17T11:11:44.242" v="2089" actId="208"/>
          <ac:picMkLst>
            <pc:docMk/>
            <pc:sldMk cId="4267484316" sldId="2147483313"/>
            <ac:picMk id="134" creationId="{D9DFE991-8A90-C6ED-A485-2E2DCEE2729A}"/>
          </ac:picMkLst>
        </pc:picChg>
        <pc:picChg chg="mod">
          <ac:chgData name="Dipanshu Handoo" userId="3b448226-a166-4cba-85d1-dce14ba84b14" providerId="ADAL" clId="{A2D4982B-642A-494C-933A-8C2C12887FD2}" dt="2026-07-17T11:11:47.873" v="2090" actId="208"/>
          <ac:picMkLst>
            <pc:docMk/>
            <pc:sldMk cId="4267484316" sldId="2147483313"/>
            <ac:picMk id="138" creationId="{5DF75C33-D3D0-B2BB-3572-BF7BB88FB831}"/>
          </ac:picMkLst>
        </pc:picChg>
        <pc:picChg chg="mod">
          <ac:chgData name="Dipanshu Handoo" userId="3b448226-a166-4cba-85d1-dce14ba84b14" providerId="ADAL" clId="{A2D4982B-642A-494C-933A-8C2C12887FD2}" dt="2026-07-17T11:11:50.842" v="2091" actId="208"/>
          <ac:picMkLst>
            <pc:docMk/>
            <pc:sldMk cId="4267484316" sldId="2147483313"/>
            <ac:picMk id="142" creationId="{88C29521-4F50-B975-617F-11C5F7D9DF63}"/>
          </ac:picMkLst>
        </pc:picChg>
        <pc:picChg chg="mod">
          <ac:chgData name="Dipanshu Handoo" userId="3b448226-a166-4cba-85d1-dce14ba84b14" providerId="ADAL" clId="{A2D4982B-642A-494C-933A-8C2C12887FD2}" dt="2026-07-17T11:11:54.196" v="2092" actId="208"/>
          <ac:picMkLst>
            <pc:docMk/>
            <pc:sldMk cId="4267484316" sldId="2147483313"/>
            <ac:picMk id="146" creationId="{FDE50B8A-FD04-DCA8-12C0-B2E94235D6A6}"/>
          </ac:picMkLst>
        </pc:picChg>
        <pc:picChg chg="add del mod">
          <ac:chgData name="Dipanshu Handoo" userId="3b448226-a166-4cba-85d1-dce14ba84b14" providerId="ADAL" clId="{A2D4982B-642A-494C-933A-8C2C12887FD2}" dt="2026-07-17T11:37:53.328" v="2610" actId="21"/>
          <ac:picMkLst>
            <pc:docMk/>
            <pc:sldMk cId="4267484316" sldId="2147483313"/>
            <ac:picMk id="160" creationId="{88FAD30D-4E5A-BEB0-0E33-4CC446BC8FD6}"/>
          </ac:picMkLst>
        </pc:picChg>
        <pc:picChg chg="add del mod">
          <ac:chgData name="Dipanshu Handoo" userId="3b448226-a166-4cba-85d1-dce14ba84b14" providerId="ADAL" clId="{A2D4982B-642A-494C-933A-8C2C12887FD2}" dt="2026-07-17T11:37:14.597" v="2577" actId="21"/>
          <ac:picMkLst>
            <pc:docMk/>
            <pc:sldMk cId="4267484316" sldId="2147483313"/>
            <ac:picMk id="162" creationId="{1232FBFD-AA49-ED89-16F7-18425D0E96B9}"/>
          </ac:picMkLst>
        </pc:picChg>
        <pc:picChg chg="add del mod">
          <ac:chgData name="Dipanshu Handoo" userId="3b448226-a166-4cba-85d1-dce14ba84b14" providerId="ADAL" clId="{A2D4982B-642A-494C-933A-8C2C12887FD2}" dt="2026-07-17T11:36:35.633" v="2549" actId="21"/>
          <ac:picMkLst>
            <pc:docMk/>
            <pc:sldMk cId="4267484316" sldId="2147483313"/>
            <ac:picMk id="164" creationId="{5B799FAD-0325-2F54-5859-38E1E03DD133}"/>
          </ac:picMkLst>
        </pc:picChg>
        <pc:picChg chg="add mod">
          <ac:chgData name="Dipanshu Handoo" userId="3b448226-a166-4cba-85d1-dce14ba84b14" providerId="ADAL" clId="{A2D4982B-642A-494C-933A-8C2C12887FD2}" dt="2026-07-17T11:28:53.031" v="2256" actId="164"/>
          <ac:picMkLst>
            <pc:docMk/>
            <pc:sldMk cId="4267484316" sldId="2147483313"/>
            <ac:picMk id="166" creationId="{5C38E1FB-3D56-567E-D11A-B800FBAB86EB}"/>
          </ac:picMkLst>
        </pc:picChg>
        <pc:picChg chg="add mod">
          <ac:chgData name="Dipanshu Handoo" userId="3b448226-a166-4cba-85d1-dce14ba84b14" providerId="ADAL" clId="{A2D4982B-642A-494C-933A-8C2C12887FD2}" dt="2026-07-17T11:45:37.962" v="2945" actId="164"/>
          <ac:picMkLst>
            <pc:docMk/>
            <pc:sldMk cId="4267484316" sldId="2147483313"/>
            <ac:picMk id="168" creationId="{584C23FF-FC8C-57BB-A7F3-6D7972CFE975}"/>
          </ac:picMkLst>
        </pc:picChg>
        <pc:picChg chg="add del mod">
          <ac:chgData name="Dipanshu Handoo" userId="3b448226-a166-4cba-85d1-dce14ba84b14" providerId="ADAL" clId="{A2D4982B-642A-494C-933A-8C2C12887FD2}" dt="2026-07-17T12:03:50.071" v="3253" actId="478"/>
          <ac:picMkLst>
            <pc:docMk/>
            <pc:sldMk cId="4267484316" sldId="2147483313"/>
            <ac:picMk id="170" creationId="{A3F8DF1A-D6BA-2461-43C7-44A1C0B680F0}"/>
          </ac:picMkLst>
        </pc:picChg>
        <pc:picChg chg="add del mod">
          <ac:chgData name="Dipanshu Handoo" userId="3b448226-a166-4cba-85d1-dce14ba84b14" providerId="ADAL" clId="{A2D4982B-642A-494C-933A-8C2C12887FD2}" dt="2026-07-17T11:30:59.577" v="2298" actId="21"/>
          <ac:picMkLst>
            <pc:docMk/>
            <pc:sldMk cId="4267484316" sldId="2147483313"/>
            <ac:picMk id="172" creationId="{106C8FFE-171C-FFFF-44CC-F3FF6A4E1631}"/>
          </ac:picMkLst>
        </pc:picChg>
        <pc:picChg chg="add del mod">
          <ac:chgData name="Dipanshu Handoo" userId="3b448226-a166-4cba-85d1-dce14ba84b14" providerId="ADAL" clId="{A2D4982B-642A-494C-933A-8C2C12887FD2}" dt="2026-07-17T11:30:30.894" v="2282" actId="21"/>
          <ac:picMkLst>
            <pc:docMk/>
            <pc:sldMk cId="4267484316" sldId="2147483313"/>
            <ac:picMk id="174" creationId="{7CACCEC2-4CEA-F32F-02C7-03BAACDD031E}"/>
          </ac:picMkLst>
        </pc:picChg>
        <pc:picChg chg="add del mod">
          <ac:chgData name="Dipanshu Handoo" userId="3b448226-a166-4cba-85d1-dce14ba84b14" providerId="ADAL" clId="{A2D4982B-642A-494C-933A-8C2C12887FD2}" dt="2026-07-17T11:31:30.576" v="2304" actId="21"/>
          <ac:picMkLst>
            <pc:docMk/>
            <pc:sldMk cId="4267484316" sldId="2147483313"/>
            <ac:picMk id="175" creationId="{C127AC0C-FE67-D7F8-488B-49CB0D15DA8D}"/>
          </ac:picMkLst>
        </pc:picChg>
        <pc:picChg chg="add mod">
          <ac:chgData name="Dipanshu Handoo" userId="3b448226-a166-4cba-85d1-dce14ba84b14" providerId="ADAL" clId="{A2D4982B-642A-494C-933A-8C2C12887FD2}" dt="2026-07-17T11:28:53.031" v="2256" actId="164"/>
          <ac:picMkLst>
            <pc:docMk/>
            <pc:sldMk cId="4267484316" sldId="2147483313"/>
            <ac:picMk id="177" creationId="{19E4D54F-CCFE-50F9-A73C-6AEE6CFEC393}"/>
          </ac:picMkLst>
        </pc:picChg>
        <pc:picChg chg="add del mod">
          <ac:chgData name="Dipanshu Handoo" userId="3b448226-a166-4cba-85d1-dce14ba84b14" providerId="ADAL" clId="{A2D4982B-642A-494C-933A-8C2C12887FD2}" dt="2026-07-17T11:35:51.461" v="2513" actId="21"/>
          <ac:picMkLst>
            <pc:docMk/>
            <pc:sldMk cId="4267484316" sldId="2147483313"/>
            <ac:picMk id="179" creationId="{066A937C-BA61-ACE5-5A44-912548313AEE}"/>
          </ac:picMkLst>
        </pc:picChg>
        <pc:picChg chg="del mod topLvl">
          <ac:chgData name="Dipanshu Handoo" userId="3b448226-a166-4cba-85d1-dce14ba84b14" providerId="ADAL" clId="{A2D4982B-642A-494C-933A-8C2C12887FD2}" dt="2026-07-17T11:33:10.936" v="2376" actId="21"/>
          <ac:picMkLst>
            <pc:docMk/>
            <pc:sldMk cId="4267484316" sldId="2147483313"/>
            <ac:picMk id="183" creationId="{61D8C714-FC14-53DF-EE15-67FD42332FB9}"/>
          </ac:picMkLst>
        </pc:picChg>
        <pc:picChg chg="mod">
          <ac:chgData name="Dipanshu Handoo" userId="3b448226-a166-4cba-85d1-dce14ba84b14" providerId="ADAL" clId="{A2D4982B-642A-494C-933A-8C2C12887FD2}" dt="2026-07-17T11:45:29.732" v="2943" actId="164"/>
          <ac:picMkLst>
            <pc:docMk/>
            <pc:sldMk cId="4267484316" sldId="2147483313"/>
            <ac:picMk id="186" creationId="{87BF4113-2B9C-8157-F634-AAB6EF55D986}"/>
          </ac:picMkLst>
        </pc:picChg>
        <pc:picChg chg="mod">
          <ac:chgData name="Dipanshu Handoo" userId="3b448226-a166-4cba-85d1-dce14ba84b14" providerId="ADAL" clId="{A2D4982B-642A-494C-933A-8C2C12887FD2}" dt="2026-07-17T11:31:24.454" v="2302"/>
          <ac:picMkLst>
            <pc:docMk/>
            <pc:sldMk cId="4267484316" sldId="2147483313"/>
            <ac:picMk id="189" creationId="{2EFAF899-77A6-0F44-9D6A-C613EB1624E2}"/>
          </ac:picMkLst>
        </pc:picChg>
        <pc:picChg chg="mod">
          <ac:chgData name="Dipanshu Handoo" userId="3b448226-a166-4cba-85d1-dce14ba84b14" providerId="ADAL" clId="{A2D4982B-642A-494C-933A-8C2C12887FD2}" dt="2026-07-17T11:45:33.584" v="2944" actId="164"/>
          <ac:picMkLst>
            <pc:docMk/>
            <pc:sldMk cId="4267484316" sldId="2147483313"/>
            <ac:picMk id="192" creationId="{7869FCA8-D8DD-F17D-4D69-61609214585E}"/>
          </ac:picMkLst>
        </pc:picChg>
        <pc:picChg chg="mod topLvl">
          <ac:chgData name="Dipanshu Handoo" userId="3b448226-a166-4cba-85d1-dce14ba84b14" providerId="ADAL" clId="{A2D4982B-642A-494C-933A-8C2C12887FD2}" dt="2026-07-17T11:45:26.113" v="2942" actId="164"/>
          <ac:picMkLst>
            <pc:docMk/>
            <pc:sldMk cId="4267484316" sldId="2147483313"/>
            <ac:picMk id="195" creationId="{A942DE8F-5CDC-8B79-BC92-D40309338CEF}"/>
          </ac:picMkLst>
        </pc:picChg>
        <pc:picChg chg="mod">
          <ac:chgData name="Dipanshu Handoo" userId="3b448226-a166-4cba-85d1-dce14ba84b14" providerId="ADAL" clId="{A2D4982B-642A-494C-933A-8C2C12887FD2}" dt="2026-07-17T11:45:18.603" v="2941" actId="164"/>
          <ac:picMkLst>
            <pc:docMk/>
            <pc:sldMk cId="4267484316" sldId="2147483313"/>
            <ac:picMk id="198" creationId="{02434DCB-7113-9515-5B50-64CBE22046FF}"/>
          </ac:picMkLst>
        </pc:picChg>
        <pc:picChg chg="mod">
          <ac:chgData name="Dipanshu Handoo" userId="3b448226-a166-4cba-85d1-dce14ba84b14" providerId="ADAL" clId="{A2D4982B-642A-494C-933A-8C2C12887FD2}" dt="2026-07-17T11:45:07.328" v="2939" actId="164"/>
          <ac:picMkLst>
            <pc:docMk/>
            <pc:sldMk cId="4267484316" sldId="2147483313"/>
            <ac:picMk id="201" creationId="{CD11DF79-D466-AD95-636E-C7036F5CDCC5}"/>
          </ac:picMkLst>
        </pc:picChg>
        <pc:picChg chg="mod">
          <ac:chgData name="Dipanshu Handoo" userId="3b448226-a166-4cba-85d1-dce14ba84b14" providerId="ADAL" clId="{A2D4982B-642A-494C-933A-8C2C12887FD2}" dt="2026-07-17T11:45:03.915" v="2938" actId="164"/>
          <ac:picMkLst>
            <pc:docMk/>
            <pc:sldMk cId="4267484316" sldId="2147483313"/>
            <ac:picMk id="204" creationId="{366FF2DB-BBFC-1DCD-CD3F-F349AFFBEF45}"/>
          </ac:picMkLst>
        </pc:picChg>
        <pc:picChg chg="mod">
          <ac:chgData name="Dipanshu Handoo" userId="3b448226-a166-4cba-85d1-dce14ba84b14" providerId="ADAL" clId="{A2D4982B-642A-494C-933A-8C2C12887FD2}" dt="2026-07-17T11:45:00.206" v="2937" actId="164"/>
          <ac:picMkLst>
            <pc:docMk/>
            <pc:sldMk cId="4267484316" sldId="2147483313"/>
            <ac:picMk id="207" creationId="{3BF976CF-F792-E8A7-753A-09FED69BA2FD}"/>
          </ac:picMkLst>
        </pc:picChg>
        <pc:picChg chg="mod">
          <ac:chgData name="Dipanshu Handoo" userId="3b448226-a166-4cba-85d1-dce14ba84b14" providerId="ADAL" clId="{A2D4982B-642A-494C-933A-8C2C12887FD2}" dt="2026-07-17T11:45:14.680" v="2940" actId="164"/>
          <ac:picMkLst>
            <pc:docMk/>
            <pc:sldMk cId="4267484316" sldId="2147483313"/>
            <ac:picMk id="210" creationId="{4933CEE6-6FDD-AC3B-B9E0-D637B035E446}"/>
          </ac:picMkLst>
        </pc:picChg>
        <pc:picChg chg="add mod">
          <ac:chgData name="Dipanshu Handoo" userId="3b448226-a166-4cba-85d1-dce14ba84b14" providerId="ADAL" clId="{A2D4982B-642A-494C-933A-8C2C12887FD2}" dt="2026-07-17T12:31:49.701" v="3763" actId="164"/>
          <ac:picMkLst>
            <pc:docMk/>
            <pc:sldMk cId="4267484316" sldId="2147483313"/>
            <ac:picMk id="291" creationId="{1A9C996D-F2FE-1E2C-EC7D-A32F41E93F26}"/>
          </ac:picMkLst>
        </pc:picChg>
        <pc:cxnChg chg="add mod">
          <ac:chgData name="Dipanshu Handoo" userId="3b448226-a166-4cba-85d1-dce14ba84b14" providerId="ADAL" clId="{A2D4982B-642A-494C-933A-8C2C12887FD2}" dt="2026-07-17T10:44:09.106" v="1358" actId="1038"/>
          <ac:cxnSpMkLst>
            <pc:docMk/>
            <pc:sldMk cId="4267484316" sldId="2147483313"/>
            <ac:cxnSpMk id="81" creationId="{9941F2AB-8D65-E6F5-6294-8E5BC8879C99}"/>
          </ac:cxnSpMkLst>
        </pc:cxnChg>
        <pc:cxnChg chg="add mod">
          <ac:chgData name="Dipanshu Handoo" userId="3b448226-a166-4cba-85d1-dce14ba84b14" providerId="ADAL" clId="{A2D4982B-642A-494C-933A-8C2C12887FD2}" dt="2026-07-17T10:44:12.566" v="1368" actId="1038"/>
          <ac:cxnSpMkLst>
            <pc:docMk/>
            <pc:sldMk cId="4267484316" sldId="2147483313"/>
            <ac:cxnSpMk id="82" creationId="{EC96862A-8169-0F3C-53D2-4904D021CB5F}"/>
          </ac:cxnSpMkLst>
        </pc:cxnChg>
        <pc:cxnChg chg="add mod">
          <ac:chgData name="Dipanshu Handoo" userId="3b448226-a166-4cba-85d1-dce14ba84b14" providerId="ADAL" clId="{A2D4982B-642A-494C-933A-8C2C12887FD2}" dt="2026-07-17T10:44:31.085" v="1371" actId="692"/>
          <ac:cxnSpMkLst>
            <pc:docMk/>
            <pc:sldMk cId="4267484316" sldId="2147483313"/>
            <ac:cxnSpMk id="85" creationId="{6DB249D9-8F1B-0213-782D-9FDD771C4440}"/>
          </ac:cxnSpMkLst>
        </pc:cxnChg>
        <pc:cxnChg chg="add mod">
          <ac:chgData name="Dipanshu Handoo" userId="3b448226-a166-4cba-85d1-dce14ba84b14" providerId="ADAL" clId="{A2D4982B-642A-494C-933A-8C2C12887FD2}" dt="2026-07-17T10:44:42.065" v="1377" actId="14100"/>
          <ac:cxnSpMkLst>
            <pc:docMk/>
            <pc:sldMk cId="4267484316" sldId="2147483313"/>
            <ac:cxnSpMk id="88" creationId="{D466735D-4FA6-BD16-EFC1-323862906059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92" creationId="{3D95B175-3F06-2CAF-97E8-70F7B9209F22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94" creationId="{CAA39CFA-EF72-9780-32FB-ED17476298E8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98" creationId="{BB545ED9-9137-1B32-817A-7D90BE22CCE1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00" creationId="{D2595262-A903-FAF8-C9A4-11095BBD9717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02" creationId="{2856A9CF-68D9-40EB-C4B9-6F6B4F154AB1}"/>
          </ac:cxnSpMkLst>
        </pc:cxnChg>
        <pc:cxnChg chg="add">
          <ac:chgData name="Dipanshu Handoo" userId="3b448226-a166-4cba-85d1-dce14ba84b14" providerId="ADAL" clId="{A2D4982B-642A-494C-933A-8C2C12887FD2}" dt="2026-07-17T10:46:06.878" v="1385" actId="11529"/>
          <ac:cxnSpMkLst>
            <pc:docMk/>
            <pc:sldMk cId="4267484316" sldId="2147483313"/>
            <ac:cxnSpMk id="104" creationId="{84A047BD-6B7E-754D-4054-DF8A72083386}"/>
          </ac:cxnSpMkLst>
        </pc:cxnChg>
        <pc:cxnChg chg="add">
          <ac:chgData name="Dipanshu Handoo" userId="3b448226-a166-4cba-85d1-dce14ba84b14" providerId="ADAL" clId="{A2D4982B-642A-494C-933A-8C2C12887FD2}" dt="2026-07-17T10:46:16.687" v="1386" actId="11529"/>
          <ac:cxnSpMkLst>
            <pc:docMk/>
            <pc:sldMk cId="4267484316" sldId="2147483313"/>
            <ac:cxnSpMk id="106" creationId="{B1D0361F-0D52-C674-2A21-ABA372C26C3E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08" creationId="{AAF8B081-464B-4DCE-A418-7C62239D3001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10" creationId="{2C63D8FD-48C6-9555-6FE9-89D8DCB69E6B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12" creationId="{63BA79D6-F459-FF68-FD0E-CB000B8D5DB0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14" creationId="{FBC2ED8F-088B-A320-3206-FCB0B6E36F17}"/>
          </ac:cxnSpMkLst>
        </pc:cxnChg>
        <pc:cxnChg chg="add mod">
          <ac:chgData name="Dipanshu Handoo" userId="3b448226-a166-4cba-85d1-dce14ba84b14" providerId="ADAL" clId="{A2D4982B-642A-494C-933A-8C2C12887FD2}" dt="2026-07-17T10:47:49.111" v="1394" actId="692"/>
          <ac:cxnSpMkLst>
            <pc:docMk/>
            <pc:sldMk cId="4267484316" sldId="2147483313"/>
            <ac:cxnSpMk id="116" creationId="{C9DE88E0-79F8-D3FC-DB4E-E4E5F85E05D3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3" creationId="{98CBA76A-9E6A-5E72-B768-A8437A58FED6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4" creationId="{FA7497EE-CE42-521D-386D-3E1A96CC9417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5" creationId="{091F87FC-0B6C-1B09-064D-4036B264BB99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6" creationId="{56356F3D-8C10-0116-A402-346EF8034FBF}"/>
          </ac:cxnSpMkLst>
        </pc:cxnChg>
        <pc:cxnChg chg="add mod">
          <ac:chgData name="Dipanshu Handoo" userId="3b448226-a166-4cba-85d1-dce14ba84b14" providerId="ADAL" clId="{A2D4982B-642A-494C-933A-8C2C12887FD2}" dt="2026-07-17T11:43:04.222" v="2925"/>
          <ac:cxnSpMkLst>
            <pc:docMk/>
            <pc:sldMk cId="4267484316" sldId="2147483313"/>
            <ac:cxnSpMk id="217" creationId="{C6DEBD7D-6070-7105-55BE-DD7CBB0C90B6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8" creationId="{259F7D60-3E5F-84BD-58FA-191E8BB11157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19" creationId="{5DEE2212-12A2-2D4A-8FE7-5D3D53F0D47C}"/>
          </ac:cxnSpMkLst>
        </pc:cxnChg>
        <pc:cxnChg chg="add mod">
          <ac:chgData name="Dipanshu Handoo" userId="3b448226-a166-4cba-85d1-dce14ba84b14" providerId="ADAL" clId="{A2D4982B-642A-494C-933A-8C2C12887FD2}" dt="2026-07-17T11:43:42.372" v="2934" actId="164"/>
          <ac:cxnSpMkLst>
            <pc:docMk/>
            <pc:sldMk cId="4267484316" sldId="2147483313"/>
            <ac:cxnSpMk id="220" creationId="{804BCD5A-A9AD-71C1-D65F-92FC1A95D1F6}"/>
          </ac:cxnSpMkLst>
        </pc:cxnChg>
        <pc:cxnChg chg="add del mod">
          <ac:chgData name="Dipanshu Handoo" userId="3b448226-a166-4cba-85d1-dce14ba84b14" providerId="ADAL" clId="{A2D4982B-642A-494C-933A-8C2C12887FD2}" dt="2026-07-17T11:55:18.205" v="3049" actId="478"/>
          <ac:cxnSpMkLst>
            <pc:docMk/>
            <pc:sldMk cId="4267484316" sldId="2147483313"/>
            <ac:cxnSpMk id="236" creationId="{A9531D3C-52B1-3BAA-9A20-669FC768FEEF}"/>
          </ac:cxnSpMkLst>
        </pc:cxnChg>
        <pc:cxnChg chg="add del mod">
          <ac:chgData name="Dipanshu Handoo" userId="3b448226-a166-4cba-85d1-dce14ba84b14" providerId="ADAL" clId="{A2D4982B-642A-494C-933A-8C2C12887FD2}" dt="2026-07-17T11:55:12.861" v="3048" actId="478"/>
          <ac:cxnSpMkLst>
            <pc:docMk/>
            <pc:sldMk cId="4267484316" sldId="2147483313"/>
            <ac:cxnSpMk id="238" creationId="{5A325F0F-0C81-AF49-8472-CBD39B348F53}"/>
          </ac:cxnSpMkLst>
        </pc:cxnChg>
        <pc:cxnChg chg="add del mod">
          <ac:chgData name="Dipanshu Handoo" userId="3b448226-a166-4cba-85d1-dce14ba84b14" providerId="ADAL" clId="{A2D4982B-642A-494C-933A-8C2C12887FD2}" dt="2026-07-17T11:55:25.217" v="3050" actId="478"/>
          <ac:cxnSpMkLst>
            <pc:docMk/>
            <pc:sldMk cId="4267484316" sldId="2147483313"/>
            <ac:cxnSpMk id="240" creationId="{08BC0DBD-1DB9-83AD-D76D-3BCA7B08673D}"/>
          </ac:cxnSpMkLst>
        </pc:cxnChg>
        <pc:cxnChg chg="add mod">
          <ac:chgData name="Dipanshu Handoo" userId="3b448226-a166-4cba-85d1-dce14ba84b14" providerId="ADAL" clId="{A2D4982B-642A-494C-933A-8C2C12887FD2}" dt="2026-07-17T12:01:46.497" v="3251" actId="164"/>
          <ac:cxnSpMkLst>
            <pc:docMk/>
            <pc:sldMk cId="4267484316" sldId="2147483313"/>
            <ac:cxnSpMk id="244" creationId="{DFF7FD2F-3099-33E4-59A7-7C016F440750}"/>
          </ac:cxnSpMkLst>
        </pc:cxnChg>
        <pc:cxnChg chg="add mod">
          <ac:chgData name="Dipanshu Handoo" userId="3b448226-a166-4cba-85d1-dce14ba84b14" providerId="ADAL" clId="{A2D4982B-642A-494C-933A-8C2C12887FD2}" dt="2026-07-17T12:36:14.679" v="3808" actId="1038"/>
          <ac:cxnSpMkLst>
            <pc:docMk/>
            <pc:sldMk cId="4267484316" sldId="2147483313"/>
            <ac:cxnSpMk id="281" creationId="{D86F2F52-120C-419D-A46D-7F509E1E070E}"/>
          </ac:cxnSpMkLst>
        </pc:cxnChg>
        <pc:cxnChg chg="add mod">
          <ac:chgData name="Dipanshu Handoo" userId="3b448226-a166-4cba-85d1-dce14ba84b14" providerId="ADAL" clId="{A2D4982B-642A-494C-933A-8C2C12887FD2}" dt="2026-07-17T12:36:14.679" v="3808" actId="1038"/>
          <ac:cxnSpMkLst>
            <pc:docMk/>
            <pc:sldMk cId="4267484316" sldId="2147483313"/>
            <ac:cxnSpMk id="283" creationId="{C39B8A24-C47F-11C5-5AD2-668F4C305DF1}"/>
          </ac:cxnSpMkLst>
        </pc:cxnChg>
        <pc:cxnChg chg="add mod">
          <ac:chgData name="Dipanshu Handoo" userId="3b448226-a166-4cba-85d1-dce14ba84b14" providerId="ADAL" clId="{A2D4982B-642A-494C-933A-8C2C12887FD2}" dt="2026-07-17T12:36:14.679" v="3808" actId="1038"/>
          <ac:cxnSpMkLst>
            <pc:docMk/>
            <pc:sldMk cId="4267484316" sldId="2147483313"/>
            <ac:cxnSpMk id="285" creationId="{FA5CBFF8-FA99-628F-9C2F-8A6534A484B2}"/>
          </ac:cxnSpMkLst>
        </pc:cxnChg>
        <pc:cxnChg chg="add mod">
          <ac:chgData name="Dipanshu Handoo" userId="3b448226-a166-4cba-85d1-dce14ba84b14" providerId="ADAL" clId="{A2D4982B-642A-494C-933A-8C2C12887FD2}" dt="2026-07-17T12:36:14.679" v="3808" actId="1038"/>
          <ac:cxnSpMkLst>
            <pc:docMk/>
            <pc:sldMk cId="4267484316" sldId="2147483313"/>
            <ac:cxnSpMk id="287" creationId="{31C1C1B7-C827-9442-04AB-5962D25BC5BA}"/>
          </ac:cxnSpMkLst>
        </pc:cxnChg>
        <pc:cxnChg chg="add mod">
          <ac:chgData name="Dipanshu Handoo" userId="3b448226-a166-4cba-85d1-dce14ba84b14" providerId="ADAL" clId="{A2D4982B-642A-494C-933A-8C2C12887FD2}" dt="2026-07-17T12:36:14.679" v="3808" actId="1038"/>
          <ac:cxnSpMkLst>
            <pc:docMk/>
            <pc:sldMk cId="4267484316" sldId="2147483313"/>
            <ac:cxnSpMk id="289" creationId="{6CE2DEF7-F3DD-7095-CBDE-0B074360C817}"/>
          </ac:cxnSpMkLst>
        </pc:cxnChg>
      </pc:sldChg>
      <pc:sldChg chg="addSp delSp modSp mod">
        <pc:chgData name="Dipanshu Handoo" userId="3b448226-a166-4cba-85d1-dce14ba84b14" providerId="ADAL" clId="{A2D4982B-642A-494C-933A-8C2C12887FD2}" dt="2026-07-17T10:57:55.870" v="1624" actId="478"/>
        <pc:sldMkLst>
          <pc:docMk/>
          <pc:sldMk cId="1549404959" sldId="2147483314"/>
        </pc:sldMkLst>
        <pc:spChg chg="mod">
          <ac:chgData name="Dipanshu Handoo" userId="3b448226-a166-4cba-85d1-dce14ba84b14" providerId="ADAL" clId="{A2D4982B-642A-494C-933A-8C2C12887FD2}" dt="2026-07-17T09:49:20.281" v="2" actId="164"/>
          <ac:spMkLst>
            <pc:docMk/>
            <pc:sldMk cId="1549404959" sldId="2147483314"/>
            <ac:spMk id="5" creationId="{FF55A25A-AFE6-0950-E041-5EC0D474B310}"/>
          </ac:spMkLst>
        </pc:spChg>
        <pc:spChg chg="mod">
          <ac:chgData name="Dipanshu Handoo" userId="3b448226-a166-4cba-85d1-dce14ba84b14" providerId="ADAL" clId="{A2D4982B-642A-494C-933A-8C2C12887FD2}" dt="2026-07-17T09:49:20.281" v="2" actId="164"/>
          <ac:spMkLst>
            <pc:docMk/>
            <pc:sldMk cId="1549404959" sldId="2147483314"/>
            <ac:spMk id="6" creationId="{35E96826-5AFC-0409-B255-ECB8DB4CFD23}"/>
          </ac:spMkLst>
        </pc:spChg>
        <pc:spChg chg="mod">
          <ac:chgData name="Dipanshu Handoo" userId="3b448226-a166-4cba-85d1-dce14ba84b14" providerId="ADAL" clId="{A2D4982B-642A-494C-933A-8C2C12887FD2}" dt="2026-07-17T09:49:20.281" v="2" actId="164"/>
          <ac:spMkLst>
            <pc:docMk/>
            <pc:sldMk cId="1549404959" sldId="2147483314"/>
            <ac:spMk id="10" creationId="{91684870-8658-8CDF-764D-076484697192}"/>
          </ac:spMkLst>
        </pc:spChg>
        <pc:spChg chg="mod">
          <ac:chgData name="Dipanshu Handoo" userId="3b448226-a166-4cba-85d1-dce14ba84b14" providerId="ADAL" clId="{A2D4982B-642A-494C-933A-8C2C12887FD2}" dt="2026-07-17T09:54:00.342" v="51" actId="1076"/>
          <ac:spMkLst>
            <pc:docMk/>
            <pc:sldMk cId="1549404959" sldId="2147483314"/>
            <ac:spMk id="11" creationId="{47104357-4DD7-1110-F224-DD5BDD575BFA}"/>
          </ac:spMkLst>
        </pc:spChg>
        <pc:spChg chg="mod">
          <ac:chgData name="Dipanshu Handoo" userId="3b448226-a166-4cba-85d1-dce14ba84b14" providerId="ADAL" clId="{A2D4982B-642A-494C-933A-8C2C12887FD2}" dt="2026-07-17T09:53:56.719" v="49"/>
          <ac:spMkLst>
            <pc:docMk/>
            <pc:sldMk cId="1549404959" sldId="2147483314"/>
            <ac:spMk id="13" creationId="{E3C5A8F7-31E9-A45A-BBA0-3E8D6E7B90CB}"/>
          </ac:spMkLst>
        </pc:spChg>
        <pc:spChg chg="mod">
          <ac:chgData name="Dipanshu Handoo" userId="3b448226-a166-4cba-85d1-dce14ba84b14" providerId="ADAL" clId="{A2D4982B-642A-494C-933A-8C2C12887FD2}" dt="2026-07-17T09:53:56.719" v="49"/>
          <ac:spMkLst>
            <pc:docMk/>
            <pc:sldMk cId="1549404959" sldId="2147483314"/>
            <ac:spMk id="14" creationId="{B749F206-0AF8-8F2A-DCCD-10F1F895E21E}"/>
          </ac:spMkLst>
        </pc:spChg>
        <pc:spChg chg="mod topLvl">
          <ac:chgData name="Dipanshu Handoo" userId="3b448226-a166-4cba-85d1-dce14ba84b14" providerId="ADAL" clId="{A2D4982B-642A-494C-933A-8C2C12887FD2}" dt="2026-07-17T10:16:53.692" v="502" actId="164"/>
          <ac:spMkLst>
            <pc:docMk/>
            <pc:sldMk cId="1549404959" sldId="2147483314"/>
            <ac:spMk id="16" creationId="{CF0FB1BF-BF8C-2175-CB04-2DCEB4FD39B3}"/>
          </ac:spMkLst>
        </pc:spChg>
        <pc:spChg chg="mod topLvl">
          <ac:chgData name="Dipanshu Handoo" userId="3b448226-a166-4cba-85d1-dce14ba84b14" providerId="ADAL" clId="{A2D4982B-642A-494C-933A-8C2C12887FD2}" dt="2026-07-17T10:16:53.692" v="502" actId="164"/>
          <ac:spMkLst>
            <pc:docMk/>
            <pc:sldMk cId="1549404959" sldId="2147483314"/>
            <ac:spMk id="17" creationId="{E959257B-AD27-C958-ABB1-D6651124B9B0}"/>
          </ac:spMkLst>
        </pc:spChg>
        <pc:spChg chg="mod topLvl">
          <ac:chgData name="Dipanshu Handoo" userId="3b448226-a166-4cba-85d1-dce14ba84b14" providerId="ADAL" clId="{A2D4982B-642A-494C-933A-8C2C12887FD2}" dt="2026-07-17T10:16:53.692" v="502" actId="164"/>
          <ac:spMkLst>
            <pc:docMk/>
            <pc:sldMk cId="1549404959" sldId="2147483314"/>
            <ac:spMk id="18" creationId="{902F0470-A44B-8925-D6B1-B8F8D234F8FE}"/>
          </ac:spMkLst>
        </pc:spChg>
        <pc:spChg chg="add del mod">
          <ac:chgData name="Dipanshu Handoo" userId="3b448226-a166-4cba-85d1-dce14ba84b14" providerId="ADAL" clId="{A2D4982B-642A-494C-933A-8C2C12887FD2}" dt="2026-07-17T10:15:05.858" v="476"/>
          <ac:spMkLst>
            <pc:docMk/>
            <pc:sldMk cId="1549404959" sldId="2147483314"/>
            <ac:spMk id="25" creationId="{D3C1547F-BA98-5787-A876-585CF76273E4}"/>
          </ac:spMkLst>
        </pc:spChg>
        <pc:spChg chg="mod">
          <ac:chgData name="Dipanshu Handoo" userId="3b448226-a166-4cba-85d1-dce14ba84b14" providerId="ADAL" clId="{A2D4982B-642A-494C-933A-8C2C12887FD2}" dt="2026-07-17T10:36:51.400" v="1220"/>
          <ac:spMkLst>
            <pc:docMk/>
            <pc:sldMk cId="1549404959" sldId="2147483314"/>
            <ac:spMk id="30" creationId="{DB11FBBC-33E3-26A1-43A3-7372A9845D2C}"/>
          </ac:spMkLst>
        </pc:spChg>
        <pc:spChg chg="mod">
          <ac:chgData name="Dipanshu Handoo" userId="3b448226-a166-4cba-85d1-dce14ba84b14" providerId="ADAL" clId="{A2D4982B-642A-494C-933A-8C2C12887FD2}" dt="2026-07-17T10:36:51.400" v="1220"/>
          <ac:spMkLst>
            <pc:docMk/>
            <pc:sldMk cId="1549404959" sldId="2147483314"/>
            <ac:spMk id="31" creationId="{18EF8E17-FD48-9516-90FC-19174E55939D}"/>
          </ac:spMkLst>
        </pc:spChg>
        <pc:spChg chg="add del mod">
          <ac:chgData name="Dipanshu Handoo" userId="3b448226-a166-4cba-85d1-dce14ba84b14" providerId="ADAL" clId="{A2D4982B-642A-494C-933A-8C2C12887FD2}" dt="2026-07-17T10:57:55.870" v="1624" actId="478"/>
          <ac:spMkLst>
            <pc:docMk/>
            <pc:sldMk cId="1549404959" sldId="2147483314"/>
            <ac:spMk id="33" creationId="{72DE163E-38F8-20E2-79A9-75EA16780EE0}"/>
          </ac:spMkLst>
        </pc:spChg>
        <pc:spChg chg="add mod">
          <ac:chgData name="Dipanshu Handoo" userId="3b448226-a166-4cba-85d1-dce14ba84b14" providerId="ADAL" clId="{A2D4982B-642A-494C-933A-8C2C12887FD2}" dt="2026-07-17T10:57:48.417" v="1623" actId="164"/>
          <ac:spMkLst>
            <pc:docMk/>
            <pc:sldMk cId="1549404959" sldId="2147483314"/>
            <ac:spMk id="36" creationId="{71B95E77-D5AA-D1F7-D565-02C56F213BE1}"/>
          </ac:spMkLst>
        </pc:spChg>
        <pc:spChg chg="add mod">
          <ac:chgData name="Dipanshu Handoo" userId="3b448226-a166-4cba-85d1-dce14ba84b14" providerId="ADAL" clId="{A2D4982B-642A-494C-933A-8C2C12887FD2}" dt="2026-07-17T10:57:48.417" v="1623" actId="164"/>
          <ac:spMkLst>
            <pc:docMk/>
            <pc:sldMk cId="1549404959" sldId="2147483314"/>
            <ac:spMk id="37" creationId="{45C4CF26-6257-DCEB-935B-7A40C1764B9E}"/>
          </ac:spMkLst>
        </pc:spChg>
        <pc:grpChg chg="add mod">
          <ac:chgData name="Dipanshu Handoo" userId="3b448226-a166-4cba-85d1-dce14ba84b14" providerId="ADAL" clId="{A2D4982B-642A-494C-933A-8C2C12887FD2}" dt="2026-07-17T09:49:20.281" v="2" actId="164"/>
          <ac:grpSpMkLst>
            <pc:docMk/>
            <pc:sldMk cId="1549404959" sldId="2147483314"/>
            <ac:grpSpMk id="8" creationId="{B8D42E5D-7A49-C467-EE09-66143676EE62}"/>
          </ac:grpSpMkLst>
        </pc:grpChg>
        <pc:grpChg chg="add del mod">
          <ac:chgData name="Dipanshu Handoo" userId="3b448226-a166-4cba-85d1-dce14ba84b14" providerId="ADAL" clId="{A2D4982B-642A-494C-933A-8C2C12887FD2}" dt="2026-07-17T10:08:32.972" v="374" actId="478"/>
          <ac:grpSpMkLst>
            <pc:docMk/>
            <pc:sldMk cId="1549404959" sldId="2147483314"/>
            <ac:grpSpMk id="9" creationId="{FF3D4A98-006B-E101-486A-2D1DBE56E4A7}"/>
          </ac:grpSpMkLst>
        </pc:grpChg>
        <pc:grpChg chg="add del mod">
          <ac:chgData name="Dipanshu Handoo" userId="3b448226-a166-4cba-85d1-dce14ba84b14" providerId="ADAL" clId="{A2D4982B-642A-494C-933A-8C2C12887FD2}" dt="2026-07-17T10:08:55.233" v="378" actId="165"/>
          <ac:grpSpMkLst>
            <pc:docMk/>
            <pc:sldMk cId="1549404959" sldId="2147483314"/>
            <ac:grpSpMk id="15" creationId="{D9C25E66-3DB0-0125-FD0B-734BA2E4D629}"/>
          </ac:grpSpMkLst>
        </pc:grpChg>
        <pc:grpChg chg="add mod">
          <ac:chgData name="Dipanshu Handoo" userId="3b448226-a166-4cba-85d1-dce14ba84b14" providerId="ADAL" clId="{A2D4982B-642A-494C-933A-8C2C12887FD2}" dt="2026-07-17T10:16:53.692" v="502" actId="164"/>
          <ac:grpSpMkLst>
            <pc:docMk/>
            <pc:sldMk cId="1549404959" sldId="2147483314"/>
            <ac:grpSpMk id="28" creationId="{65B02AE1-DF0F-897D-0220-A05C8610F55F}"/>
          </ac:grpSpMkLst>
        </pc:grpChg>
        <pc:grpChg chg="add mod">
          <ac:chgData name="Dipanshu Handoo" userId="3b448226-a166-4cba-85d1-dce14ba84b14" providerId="ADAL" clId="{A2D4982B-642A-494C-933A-8C2C12887FD2}" dt="2026-07-17T10:36:51.400" v="1220"/>
          <ac:grpSpMkLst>
            <pc:docMk/>
            <pc:sldMk cId="1549404959" sldId="2147483314"/>
            <ac:grpSpMk id="29" creationId="{086BA5E3-EF3E-07E0-342B-EA456309C3D8}"/>
          </ac:grpSpMkLst>
        </pc:grpChg>
        <pc:grpChg chg="add mod">
          <ac:chgData name="Dipanshu Handoo" userId="3b448226-a166-4cba-85d1-dce14ba84b14" providerId="ADAL" clId="{A2D4982B-642A-494C-933A-8C2C12887FD2}" dt="2026-07-17T10:57:48.417" v="1623" actId="164"/>
          <ac:grpSpMkLst>
            <pc:docMk/>
            <pc:sldMk cId="1549404959" sldId="2147483314"/>
            <ac:grpSpMk id="38" creationId="{681E55F6-2F49-6917-82AA-17E3A36ADB5E}"/>
          </ac:grpSpMkLst>
        </pc:grpChg>
        <pc:picChg chg="mod">
          <ac:chgData name="Dipanshu Handoo" userId="3b448226-a166-4cba-85d1-dce14ba84b14" providerId="ADAL" clId="{A2D4982B-642A-494C-933A-8C2C12887FD2}" dt="2026-07-17T09:49:20.281" v="2" actId="164"/>
          <ac:picMkLst>
            <pc:docMk/>
            <pc:sldMk cId="1549404959" sldId="2147483314"/>
            <ac:picMk id="4" creationId="{9FFAD8C6-FD79-D0DB-2F95-0A100E2837B6}"/>
          </ac:picMkLst>
        </pc:picChg>
        <pc:picChg chg="mod">
          <ac:chgData name="Dipanshu Handoo" userId="3b448226-a166-4cba-85d1-dce14ba84b14" providerId="ADAL" clId="{A2D4982B-642A-494C-933A-8C2C12887FD2}" dt="2026-07-17T09:53:56.719" v="49"/>
          <ac:picMkLst>
            <pc:docMk/>
            <pc:sldMk cId="1549404959" sldId="2147483314"/>
            <ac:picMk id="12" creationId="{4740AC48-3F03-73C0-109C-93D88BCA04D0}"/>
          </ac:picMkLst>
        </pc:picChg>
        <pc:picChg chg="mod topLvl">
          <ac:chgData name="Dipanshu Handoo" userId="3b448226-a166-4cba-85d1-dce14ba84b14" providerId="ADAL" clId="{A2D4982B-642A-494C-933A-8C2C12887FD2}" dt="2026-07-17T10:16:53.692" v="502" actId="164"/>
          <ac:picMkLst>
            <pc:docMk/>
            <pc:sldMk cId="1549404959" sldId="2147483314"/>
            <ac:picMk id="19" creationId="{92B4D192-1A82-7A07-A32B-71B3C90B9044}"/>
          </ac:picMkLst>
        </pc:picChg>
        <pc:picChg chg="add mod">
          <ac:chgData name="Dipanshu Handoo" userId="3b448226-a166-4cba-85d1-dce14ba84b14" providerId="ADAL" clId="{A2D4982B-642A-494C-933A-8C2C12887FD2}" dt="2026-07-17T10:52:01.605" v="1446"/>
          <ac:picMkLst>
            <pc:docMk/>
            <pc:sldMk cId="1549404959" sldId="2147483314"/>
            <ac:picMk id="32" creationId="{B48ED1D3-46DC-BD7F-F989-A6A65E207CD5}"/>
          </ac:picMkLst>
        </pc:picChg>
        <pc:picChg chg="add mod">
          <ac:chgData name="Dipanshu Handoo" userId="3b448226-a166-4cba-85d1-dce14ba84b14" providerId="ADAL" clId="{A2D4982B-642A-494C-933A-8C2C12887FD2}" dt="2026-07-17T10:57:48.417" v="1623" actId="164"/>
          <ac:picMkLst>
            <pc:docMk/>
            <pc:sldMk cId="1549404959" sldId="2147483314"/>
            <ac:picMk id="35" creationId="{541D0409-E96D-00B6-8ACA-6764F76220CA}"/>
          </ac:picMkLst>
        </pc:picChg>
        <pc:cxnChg chg="add del mod">
          <ac:chgData name="Dipanshu Handoo" userId="3b448226-a166-4cba-85d1-dce14ba84b14" providerId="ADAL" clId="{A2D4982B-642A-494C-933A-8C2C12887FD2}" dt="2026-07-17T10:09:01.678" v="381" actId="21"/>
          <ac:cxnSpMkLst>
            <pc:docMk/>
            <pc:sldMk cId="1549404959" sldId="2147483314"/>
            <ac:cxnSpMk id="21" creationId="{E8EB182F-A37A-F4AC-F897-B386F1918F9B}"/>
          </ac:cxnSpMkLst>
        </pc:cxnChg>
        <pc:cxnChg chg="add del mod">
          <ac:chgData name="Dipanshu Handoo" userId="3b448226-a166-4cba-85d1-dce14ba84b14" providerId="ADAL" clId="{A2D4982B-642A-494C-933A-8C2C12887FD2}" dt="2026-07-17T10:15:05.854" v="474" actId="478"/>
          <ac:cxnSpMkLst>
            <pc:docMk/>
            <pc:sldMk cId="1549404959" sldId="2147483314"/>
            <ac:cxnSpMk id="24" creationId="{E8EB182F-A37A-F4AC-F897-B386F1918F9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7356D-3F57-4858-BD35-6063D14C043D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DA8C0-2D9B-45A4-BDF2-E53DB330DE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8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695AAB3-D968-696B-8D8D-3D752EF759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00" y="5997508"/>
            <a:ext cx="1316736" cy="31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06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1FEC818F-5FDE-7FC3-B076-F61506203A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6342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122363"/>
            <a:ext cx="10972800" cy="2387600"/>
          </a:xfrm>
        </p:spPr>
        <p:txBody>
          <a:bodyPr lIns="0" anchor="b">
            <a:noAutofit/>
          </a:bodyPr>
          <a:lstStyle>
            <a:lvl1pPr algn="l">
              <a:lnSpc>
                <a:spcPct val="80000"/>
              </a:lnSpc>
              <a:defRPr sz="7700" spc="-1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602038"/>
            <a:ext cx="10972800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D7C0ED63-3C6C-8868-F40A-8C33E74887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39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540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" y="3012926"/>
            <a:ext cx="5334002" cy="1655762"/>
          </a:xfrm>
        </p:spPr>
        <p:txBody>
          <a:bodyPr lIns="0" r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/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ED10F1C0-9764-B3D2-72FA-D6F1835F56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1046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53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724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5400" spc="-150">
                <a:latin typeface="+mj-lt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3200"/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System Font Regular"/>
              <a:buChar char="–"/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18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>
            <a:noAutofit/>
          </a:bodyPr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8705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191919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>
            <a:noAutofit/>
          </a:bodyPr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D17E50-0ADF-43FB-8C34-0001133F6E68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155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64085"/>
            <a:ext cx="676656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191919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6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191919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503997"/>
            <a:ext cx="1748393" cy="2019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1FE3EA7-D92D-4A30-9EBB-F43D697D029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27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991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7324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38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70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9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275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901" y="1334324"/>
            <a:ext cx="1920240" cy="4992624"/>
          </a:xfrm>
        </p:spPr>
        <p:txBody>
          <a:bodyPr lIns="0" rIns="0"/>
          <a:lstStyle>
            <a:lvl1pPr marL="176213" indent="-17621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400527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B3448685-45E7-5B8D-4E46-44FECC30A5E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66315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058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56A753F3-8E21-F8FC-F311-A7291271BB5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B7F64D60-75DD-D985-EFBC-9C173CDE2D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/>
            </a:lvl1pPr>
            <a:lvl2pPr>
              <a:lnSpc>
                <a:spcPct val="110000"/>
              </a:lnSpc>
              <a:spcBef>
                <a:spcPts val="1200"/>
              </a:spcBef>
              <a:defRPr/>
            </a:lvl2pPr>
            <a:lvl3pPr>
              <a:lnSpc>
                <a:spcPct val="110000"/>
              </a:lnSpc>
              <a:spcBef>
                <a:spcPts val="1200"/>
              </a:spcBef>
              <a:defRPr/>
            </a:lvl3pPr>
            <a:lvl4pPr>
              <a:lnSpc>
                <a:spcPct val="110000"/>
              </a:lnSpc>
              <a:spcBef>
                <a:spcPts val="1200"/>
              </a:spcBef>
              <a:defRPr/>
            </a:lvl4pPr>
            <a:lvl5pPr>
              <a:lnSpc>
                <a:spcPct val="110000"/>
              </a:lnSpc>
              <a:spcBef>
                <a:spcPts val="12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05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23360"/>
            <a:ext cx="320040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/>
            </a:lvl1pPr>
            <a:lvl2pPr>
              <a:lnSpc>
                <a:spcPct val="110000"/>
              </a:lnSpc>
              <a:spcBef>
                <a:spcPts val="1200"/>
              </a:spcBef>
              <a:defRPr sz="1400"/>
            </a:lvl2pPr>
            <a:lvl3pPr>
              <a:lnSpc>
                <a:spcPct val="110000"/>
              </a:lnSpc>
              <a:spcBef>
                <a:spcPts val="1200"/>
              </a:spcBef>
              <a:defRPr sz="1200"/>
            </a:lvl3pPr>
            <a:lvl4pPr>
              <a:lnSpc>
                <a:spcPct val="110000"/>
              </a:lnSpc>
              <a:spcBef>
                <a:spcPts val="1200"/>
              </a:spcBef>
              <a:defRPr sz="1200"/>
            </a:lvl4pPr>
            <a:lvl5pPr>
              <a:lnSpc>
                <a:spcPct val="110000"/>
              </a:lnSpc>
              <a:spcBef>
                <a:spcPts val="1200"/>
              </a:spcBef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582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/>
            </a:lvl1pPr>
            <a:lvl2pPr>
              <a:lnSpc>
                <a:spcPct val="110000"/>
              </a:lnSpc>
              <a:spcBef>
                <a:spcPts val="900"/>
              </a:spcBef>
              <a:defRPr sz="1200"/>
            </a:lvl2pPr>
            <a:lvl3pPr>
              <a:lnSpc>
                <a:spcPct val="110000"/>
              </a:lnSpc>
              <a:spcBef>
                <a:spcPts val="900"/>
              </a:spcBef>
              <a:defRPr sz="1100"/>
            </a:lvl3pPr>
            <a:lvl4pPr>
              <a:lnSpc>
                <a:spcPct val="110000"/>
              </a:lnSpc>
              <a:spcBef>
                <a:spcPts val="900"/>
              </a:spcBef>
              <a:defRPr sz="1100"/>
            </a:lvl4pPr>
            <a:lvl5pPr>
              <a:lnSpc>
                <a:spcPct val="110000"/>
              </a:lnSpc>
              <a:spcBef>
                <a:spcPts val="9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673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D12A0CEB-4B0D-60FD-031D-69EED3A4330E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/>
            </a:lvl1pPr>
            <a:lvl2pPr>
              <a:lnSpc>
                <a:spcPct val="110000"/>
              </a:lnSpc>
              <a:spcBef>
                <a:spcPts val="900"/>
              </a:spcBef>
              <a:defRPr sz="1100"/>
            </a:lvl2pPr>
            <a:lvl3pPr>
              <a:lnSpc>
                <a:spcPct val="110000"/>
              </a:lnSpc>
              <a:spcBef>
                <a:spcPts val="900"/>
              </a:spcBef>
              <a:defRPr sz="1050"/>
            </a:lvl3pPr>
            <a:lvl4pPr>
              <a:lnSpc>
                <a:spcPct val="110000"/>
              </a:lnSpc>
              <a:spcBef>
                <a:spcPts val="900"/>
              </a:spcBef>
              <a:defRPr sz="1050"/>
            </a:lvl4pPr>
            <a:lvl5pPr>
              <a:lnSpc>
                <a:spcPct val="110000"/>
              </a:lnSpc>
              <a:spcBef>
                <a:spcPts val="9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0B501880-A94F-9D7D-8CC4-B3716FA977D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146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91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7FFA04-4266-EB76-C232-9C0E983840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7A4A96-D9EB-6DDE-6A01-725F7AE443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191FE7-A8B5-682D-84C7-9F90280016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58BB68-9328-42B3-A0F9-3A3B083EF2BE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2129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121C368-1E72-48CA-929B-4401C8805A5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EAA01-FDF7-EF7A-F41F-F69EBE76E15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DB4C55-EF9A-527B-C38E-033B2531579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64C30AB-BD82-4C8A-B585-5A50C442DF09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33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463278"/>
            <a:ext cx="224028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37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816AF76-E218-238B-8714-A13AEDC0F55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463278"/>
            <a:ext cx="1828800" cy="548163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153949DF-ED8E-0DEE-DBED-CB495FE60E4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1AAD5D-057A-DD5F-90D3-857CDC599D9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024F614-A8FC-DFE2-56F8-8E640DCA191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5A2DDEE-A8FC-94B8-B36F-64416131265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643547A-9664-4844-975D-62CB592093F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555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1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573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54D71-8CDC-675B-86A7-C349163986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CD24B-DB8B-D332-CD41-DCE59AE976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B885C-55AF-9895-D16F-0BE3094261A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62A065-523E-4F5D-A1E3-FF3942EE8A67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41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3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42B1270B-1E15-714E-4AFB-2507475C5E9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04BD34C-DD78-3227-60AB-175D7A656D0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2E65964F-CA9C-418E-97E4-57D80C7DB8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3D3BA94-A69C-4DF2-B5C9-A1C8B9BFC5A0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0662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- 8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43630-6F53-6353-3B93-FFFD99FF0C79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22D3AC-53D5-3076-3C9D-96307BC52BBD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F16C89-D2E6-5E44-2CA1-16056799EAD7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31FAF4-776F-A0E5-46E2-8CA95A136B6F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68878A-7B70-9407-FE72-405B0D281BF8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E15169-7B14-3DC3-BD30-4687C6CEB050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5D3CEB-CBC3-33AA-56E4-7243FBB670B8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6287BA-DFA2-9B21-DE8B-3FC50B70F90B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62644A-5A85-01BD-2B03-DA2396CAD064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F6B678-B22E-6D11-FAB3-BADDBC694158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2A191-3E55-9BC4-EA76-F40BD4176E67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0F35C9-4070-9A2F-9698-B91A7341451D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5D6898-91DB-B3AC-F1DA-65D48A4A8502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AAB28-5748-F9AC-89F5-EB1C9348877F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A1D538-3EC1-8418-DDF3-D4704AE0706B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028C3C-E97E-B0C9-C4F0-1C06EF313AC9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A14B7B-0BBE-1B5D-432D-40A389F3FCCF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71FF21-A0D3-1C1A-B6F0-B38542FC16F3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E463DD-7CD5-9FB1-37AF-6EA3B554A5F6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C06218-BEF3-CB50-8EF6-EB54C5FCD4A5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D8E872-5127-7868-3A05-721AF6BA473C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707814-364C-ED34-E661-0B900D61D461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E9A0626-4DF1-C03E-4100-AA6C8661D9FE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4521DB-B096-8091-3A9C-9A982F43D88A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76CD2B-19F5-416D-DEDB-846A990C8639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77B7B08-16E6-D7D7-4798-5C0F7C0419FA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240E6E-B8E3-4433-FA1E-59F51736F9D6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4AA11C-3F23-0B4E-141A-199111885EA7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B3AD8E4-435B-97B8-914E-D25CC5456285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F0FE684-33AB-F095-B7EA-72178F993F53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0489701-AA7F-0E3A-8312-681D092709AF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CFC289-BF79-2F3D-5FDF-6B40CC38857C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ow 1 Picture Placeholder 1">
            <a:extLst>
              <a:ext uri="{FF2B5EF4-FFF2-40B4-BE49-F238E27FC236}">
                <a16:creationId xmlns:a16="http://schemas.microsoft.com/office/drawing/2014/main" id="{85227A43-5C4D-89D4-E160-A1290BB35C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0" name="row 1 Picture Placeholder 2">
            <a:extLst>
              <a:ext uri="{FF2B5EF4-FFF2-40B4-BE49-F238E27FC236}">
                <a16:creationId xmlns:a16="http://schemas.microsoft.com/office/drawing/2014/main" id="{9566F144-B3C8-7936-839D-AC16AF52DC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1" name="row 1 Picture Placeholder 3">
            <a:extLst>
              <a:ext uri="{FF2B5EF4-FFF2-40B4-BE49-F238E27FC236}">
                <a16:creationId xmlns:a16="http://schemas.microsoft.com/office/drawing/2014/main" id="{38732D4D-83B3-1F93-6FCC-5298384D9F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2" name="row 1 Picture Placeholder 4">
            <a:extLst>
              <a:ext uri="{FF2B5EF4-FFF2-40B4-BE49-F238E27FC236}">
                <a16:creationId xmlns:a16="http://schemas.microsoft.com/office/drawing/2014/main" id="{9730AE84-83EF-0982-5104-F629973C19B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3" name="row 1 Picture Placeholder 5">
            <a:extLst>
              <a:ext uri="{FF2B5EF4-FFF2-40B4-BE49-F238E27FC236}">
                <a16:creationId xmlns:a16="http://schemas.microsoft.com/office/drawing/2014/main" id="{EEFEB949-3A10-F7A6-9FBE-5FCB94B66A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4" name="row 1 Picture Placeholder 6">
            <a:extLst>
              <a:ext uri="{FF2B5EF4-FFF2-40B4-BE49-F238E27FC236}">
                <a16:creationId xmlns:a16="http://schemas.microsoft.com/office/drawing/2014/main" id="{2CE4B71B-7112-B353-61F2-EBAE24BE1F3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5" name="row 1 Picture Placeholder 7">
            <a:extLst>
              <a:ext uri="{FF2B5EF4-FFF2-40B4-BE49-F238E27FC236}">
                <a16:creationId xmlns:a16="http://schemas.microsoft.com/office/drawing/2014/main" id="{4C5A0B2F-5A91-9643-DAA7-BE0BB2A8A1E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6" name="row 1 Picture Placeholder 8">
            <a:extLst>
              <a:ext uri="{FF2B5EF4-FFF2-40B4-BE49-F238E27FC236}">
                <a16:creationId xmlns:a16="http://schemas.microsoft.com/office/drawing/2014/main" id="{67D3AFDE-20B1-971A-47DD-2857ACC39B5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7" name="row 2 Picture Placeholder 1">
            <a:extLst>
              <a:ext uri="{FF2B5EF4-FFF2-40B4-BE49-F238E27FC236}">
                <a16:creationId xmlns:a16="http://schemas.microsoft.com/office/drawing/2014/main" id="{31380899-193D-8D5B-FA8D-2BE00660771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8" name="row 2 Picture Placeholder 2">
            <a:extLst>
              <a:ext uri="{FF2B5EF4-FFF2-40B4-BE49-F238E27FC236}">
                <a16:creationId xmlns:a16="http://schemas.microsoft.com/office/drawing/2014/main" id="{7B8CC7C2-EB24-E4BC-3521-F28289F3479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9" name="row 2 Picture Placeholder 3">
            <a:extLst>
              <a:ext uri="{FF2B5EF4-FFF2-40B4-BE49-F238E27FC236}">
                <a16:creationId xmlns:a16="http://schemas.microsoft.com/office/drawing/2014/main" id="{EFD6C08E-A520-2F29-E386-E6C25BFE1DC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0" name="row 2 Picture Placeholder 4">
            <a:extLst>
              <a:ext uri="{FF2B5EF4-FFF2-40B4-BE49-F238E27FC236}">
                <a16:creationId xmlns:a16="http://schemas.microsoft.com/office/drawing/2014/main" id="{9E409B64-BE44-35A7-5522-CD1CA05D7F2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row 2 Picture Placeholder 5">
            <a:extLst>
              <a:ext uri="{FF2B5EF4-FFF2-40B4-BE49-F238E27FC236}">
                <a16:creationId xmlns:a16="http://schemas.microsoft.com/office/drawing/2014/main" id="{AD31BCC3-7CA0-F8E3-12BB-D29C067DB87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2" name="row 2 Picture Placeholder 6">
            <a:extLst>
              <a:ext uri="{FF2B5EF4-FFF2-40B4-BE49-F238E27FC236}">
                <a16:creationId xmlns:a16="http://schemas.microsoft.com/office/drawing/2014/main" id="{04774E24-BE0E-4649-FF50-F6B3FEF0D6E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" name="row 2 Picture Placeholder 7">
            <a:extLst>
              <a:ext uri="{FF2B5EF4-FFF2-40B4-BE49-F238E27FC236}">
                <a16:creationId xmlns:a16="http://schemas.microsoft.com/office/drawing/2014/main" id="{45A8A087-E4BE-14C2-8362-83F49B8CAC1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4" name="row 2 Picture Placeholder 8">
            <a:extLst>
              <a:ext uri="{FF2B5EF4-FFF2-40B4-BE49-F238E27FC236}">
                <a16:creationId xmlns:a16="http://schemas.microsoft.com/office/drawing/2014/main" id="{A6980176-7120-F9D6-7B2A-01D8BD184D9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5" name="row 3 Picture Placeholder 1">
            <a:extLst>
              <a:ext uri="{FF2B5EF4-FFF2-40B4-BE49-F238E27FC236}">
                <a16:creationId xmlns:a16="http://schemas.microsoft.com/office/drawing/2014/main" id="{01052543-B91F-CF1D-C997-F3227600472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6" name="row 3 Picture Placeholder 2">
            <a:extLst>
              <a:ext uri="{FF2B5EF4-FFF2-40B4-BE49-F238E27FC236}">
                <a16:creationId xmlns:a16="http://schemas.microsoft.com/office/drawing/2014/main" id="{70569A68-72F9-E2FE-E32D-819866ED0C3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7" name="row 3 Picture Placeholder 3">
            <a:extLst>
              <a:ext uri="{FF2B5EF4-FFF2-40B4-BE49-F238E27FC236}">
                <a16:creationId xmlns:a16="http://schemas.microsoft.com/office/drawing/2014/main" id="{D2BD4873-307A-6A42-64CF-510EDD057A88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8" name="row 3 Picture Placeholder 4">
            <a:extLst>
              <a:ext uri="{FF2B5EF4-FFF2-40B4-BE49-F238E27FC236}">
                <a16:creationId xmlns:a16="http://schemas.microsoft.com/office/drawing/2014/main" id="{654B3D41-F5AE-BC4D-CA7C-AE67AEE80F3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9" name="row 3 Picture Placeholder 5">
            <a:extLst>
              <a:ext uri="{FF2B5EF4-FFF2-40B4-BE49-F238E27FC236}">
                <a16:creationId xmlns:a16="http://schemas.microsoft.com/office/drawing/2014/main" id="{2049E2F9-304E-BEA6-C347-8BE731201E1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0" name="row 3 Picture Placeholder 6">
            <a:extLst>
              <a:ext uri="{FF2B5EF4-FFF2-40B4-BE49-F238E27FC236}">
                <a16:creationId xmlns:a16="http://schemas.microsoft.com/office/drawing/2014/main" id="{DA987F5A-D0BE-C880-0AB8-1EED29A441A8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1" name="row 3 Picture Placeholder 7">
            <a:extLst>
              <a:ext uri="{FF2B5EF4-FFF2-40B4-BE49-F238E27FC236}">
                <a16:creationId xmlns:a16="http://schemas.microsoft.com/office/drawing/2014/main" id="{9B4A1B9D-0A3A-2F81-8CED-F338B7A6E3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2" name="row 3 Picture Placeholder 8">
            <a:extLst>
              <a:ext uri="{FF2B5EF4-FFF2-40B4-BE49-F238E27FC236}">
                <a16:creationId xmlns:a16="http://schemas.microsoft.com/office/drawing/2014/main" id="{6DF27D75-B058-220A-4405-64C938FF8FEA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3" name="row 4 Picture Placeholder 1">
            <a:extLst>
              <a:ext uri="{FF2B5EF4-FFF2-40B4-BE49-F238E27FC236}">
                <a16:creationId xmlns:a16="http://schemas.microsoft.com/office/drawing/2014/main" id="{BB6EB70A-D535-38CE-382E-56A416834C4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4" name="row 4 Picture Placeholder 2">
            <a:extLst>
              <a:ext uri="{FF2B5EF4-FFF2-40B4-BE49-F238E27FC236}">
                <a16:creationId xmlns:a16="http://schemas.microsoft.com/office/drawing/2014/main" id="{F972114E-1368-BF87-A84F-E158424B35F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5" name="row 4 Picture Placeholder 3">
            <a:extLst>
              <a:ext uri="{FF2B5EF4-FFF2-40B4-BE49-F238E27FC236}">
                <a16:creationId xmlns:a16="http://schemas.microsoft.com/office/drawing/2014/main" id="{278EFBC8-2747-F4D4-BC80-EDB3F561FDB4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6" name="row 4 Picture Placeholder 4">
            <a:extLst>
              <a:ext uri="{FF2B5EF4-FFF2-40B4-BE49-F238E27FC236}">
                <a16:creationId xmlns:a16="http://schemas.microsoft.com/office/drawing/2014/main" id="{937E185F-2AC1-06ED-C749-94E4BD3D165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7" name="row 4 Picture Placeholder 5">
            <a:extLst>
              <a:ext uri="{FF2B5EF4-FFF2-40B4-BE49-F238E27FC236}">
                <a16:creationId xmlns:a16="http://schemas.microsoft.com/office/drawing/2014/main" id="{C1D6FD23-AD0E-00F8-F84E-0A75AD27C4F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8" name="row 4 Picture Placeholder 6">
            <a:extLst>
              <a:ext uri="{FF2B5EF4-FFF2-40B4-BE49-F238E27FC236}">
                <a16:creationId xmlns:a16="http://schemas.microsoft.com/office/drawing/2014/main" id="{98E69D93-6780-2C21-235D-AD050AA6C84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9" name="row 4 Picture Placeholder 7">
            <a:extLst>
              <a:ext uri="{FF2B5EF4-FFF2-40B4-BE49-F238E27FC236}">
                <a16:creationId xmlns:a16="http://schemas.microsoft.com/office/drawing/2014/main" id="{951CAB42-3A74-8C1A-33D9-B956194E62C9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0" name="row 4 Picture Placeholder 8">
            <a:extLst>
              <a:ext uri="{FF2B5EF4-FFF2-40B4-BE49-F238E27FC236}">
                <a16:creationId xmlns:a16="http://schemas.microsoft.com/office/drawing/2014/main" id="{840EF6F4-48B1-B7EA-5C60-0375F6CADFB9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A3878-7BE0-2310-A612-86078B4689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64CF29-7F88-6F4B-09E2-25D36FC00EB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21AE2-4E9E-2DCA-4E42-C97521A817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BEFE4BD-2DFA-4609-895D-EFEF7C6E5A3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64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8697-148C-E5F7-1EF7-EE332DEF0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" y="426061"/>
            <a:ext cx="5334001" cy="2387600"/>
          </a:xfrm>
        </p:spPr>
        <p:txBody>
          <a:bodyPr lIns="0" rIns="0" anchor="b">
            <a:noAutofit/>
          </a:bodyPr>
          <a:lstStyle>
            <a:lvl1pPr algn="l">
              <a:lnSpc>
                <a:spcPct val="80000"/>
              </a:lnSpc>
              <a:defRPr sz="4800" spc="-1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550909-4DC4-B1F0-6047-92EEC94F9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3012926"/>
            <a:ext cx="5334001" cy="1655762"/>
          </a:xfrm>
        </p:spPr>
        <p:txBody>
          <a:bodyPr lIns="0" r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Thread">
            <a:extLst>
              <a:ext uri="{FF2B5EF4-FFF2-40B4-BE49-F238E27FC236}">
                <a16:creationId xmlns:a16="http://schemas.microsoft.com/office/drawing/2014/main" id="{B6083D35-FA56-96A9-7AD6-A71D01DC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031B34F-5072-BCFE-838A-B26F9DFCB0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 wrap="non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5" name="Picture 4" descr="A red and black number&#10;&#10;Description automatically generated">
            <a:extLst>
              <a:ext uri="{FF2B5EF4-FFF2-40B4-BE49-F238E27FC236}">
                <a16:creationId xmlns:a16="http://schemas.microsoft.com/office/drawing/2014/main" id="{3A473975-5274-ED6D-F50C-3F967FC2BF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8" y="6003486"/>
            <a:ext cx="1316736" cy="3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69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75458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- Bottom Graphic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076A1818-04ED-68DC-92C5-98A4DB6D6F8F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1D8-9BA5-4CA3-A987-D4ACB6D38028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670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600200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E6B17-ECCD-E40D-70FD-EB994B5694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" y="1333500"/>
            <a:ext cx="10972800" cy="4191000"/>
          </a:xfrm>
        </p:spPr>
        <p:txBody>
          <a:bodyPr anchor="ctr" anchorCtr="0"/>
          <a:lstStyle>
            <a:lvl1pPr marL="4572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5400" spc="-150">
                <a:solidFill>
                  <a:schemeClr val="bg1"/>
                </a:solidFill>
                <a:latin typeface="+mj-lt"/>
              </a:defRPr>
            </a:lvl1pPr>
            <a:lvl2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3200">
                <a:solidFill>
                  <a:schemeClr val="bg1"/>
                </a:solidFill>
              </a:defRPr>
            </a:lvl2pPr>
            <a:lvl3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3pPr>
            <a:lvl4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4pPr>
            <a:lvl5pPr marL="914400" indent="-457200">
              <a:lnSpc>
                <a:spcPct val="95000"/>
              </a:lnSpc>
              <a:spcBef>
                <a:spcPts val="2400"/>
              </a:spcBef>
              <a:buSzPct val="100000"/>
              <a:buFont typeface="Helvetica Neue" panose="02000503000000020004" pitchFamily="2" charset="0"/>
              <a:buChar char="–"/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CCD13-D1E9-473F-B841-18617FCF55E9}" type="datetime1">
              <a:rPr lang="en-US" smtClean="0"/>
              <a:t>07/17/2026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FF0610E-338E-FF22-72CA-169EB8E0A5F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702950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2 Image -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49377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5720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192024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6576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38369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09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A861FAB-3FDE-4C87-9308-E91AC57E0401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801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676656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59436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A5ABD9F-44A7-2BD7-B0C1-E7135F8C87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4320" y="0"/>
            <a:ext cx="4297680" cy="685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BA35D43-378C-F45A-1B41-7AABED498A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622876" y="6583680"/>
            <a:ext cx="3657600" cy="91887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8D9348-6015-53D5-75F2-0A1A831FE33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5486400" y="6583680"/>
            <a:ext cx="89768" cy="92333"/>
          </a:xfrm>
        </p:spPr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DE2533BC-42DA-FCEE-D96C-AC878AA0AD62}"/>
              </a:ext>
            </a:extLst>
          </p:cNvPr>
          <p:cNvSpPr txBox="1"/>
          <p:nvPr userDrawn="1"/>
        </p:nvSpPr>
        <p:spPr>
          <a:xfrm>
            <a:off x="566575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4" name="Blocker">
            <a:extLst>
              <a:ext uri="{FF2B5EF4-FFF2-40B4-BE49-F238E27FC236}">
                <a16:creationId xmlns:a16="http://schemas.microsoft.com/office/drawing/2014/main" id="{3CF23C9A-F835-E086-950B-9A28BF24B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34007" y="6483510"/>
            <a:ext cx="1748393" cy="20195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5ABE59E-8FC0-A76D-B870-3E3FD82E39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6C1D8EA-4650-4E5E-943B-91110B552664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524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1334324"/>
            <a:ext cx="493776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303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958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82000" y="1334324"/>
            <a:ext cx="320040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404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1456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0264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339072" y="1334324"/>
            <a:ext cx="2240280" cy="4992624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0236988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75026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37404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A649392D-4A15-EC72-F8E1-20B370553FF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399782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B82708F-B3F7-E5C0-481F-8B2177EAF19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662160" y="1334324"/>
            <a:ext cx="1920240" cy="4992624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C7DF4-91CF-55B7-3AA7-65526726F5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07/17/2026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565DB8-BEAA-621B-BC19-2D34AB75BC9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2598055-59DC-88A9-9B38-40423C55EF4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F063994-F7E1-75A7-CEC3-515566728D3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54978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44B0349E-3471-3051-A5B9-9681553EB99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3142B398-0C77-E84A-DD6A-3B9AC2D5E34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640" y="1335024"/>
            <a:ext cx="4937760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44640" y="4023360"/>
            <a:ext cx="484632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077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Image and Content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68368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F35FB27-0B90-CA7E-FF2E-695B6A9CA1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68368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75479F-3CBB-5D2A-4512-AE1310D8851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27136" y="4040372"/>
            <a:ext cx="3200400" cy="2286575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1200"/>
              </a:spcBef>
              <a:defRPr sz="14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1200"/>
              </a:spcBef>
              <a:defRPr sz="12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12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7A90959-8D39-E413-9AB9-75B5F74E177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27136" y="1335024"/>
            <a:ext cx="3255264" cy="2514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00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522472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2044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32296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43128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9342120" y="4023360"/>
            <a:ext cx="2194560" cy="2286000"/>
          </a:xfrm>
        </p:spPr>
        <p:txBody>
          <a:bodyPr lIns="0" rIns="0"/>
          <a:lstStyle>
            <a:lvl1pPr>
              <a:lnSpc>
                <a:spcPct val="110000"/>
              </a:lnSpc>
              <a:spcBef>
                <a:spcPts val="900"/>
              </a:spcBef>
              <a:defRPr sz="14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2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42120" y="1335024"/>
            <a:ext cx="224028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559150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Image and Conten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03CDAFF7-00B3-41F0-A68E-7CC251F1A7B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E2CAF97-6BD0-1BB9-D026-84213B160DB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897886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0296683F-1B6E-6D53-D896-684A317176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5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B90CB-0423-5C9F-6F8B-19720127AC9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3124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4A2986A-AAE4-427C-981B-4CA66BC1A2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81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72508B-336E-469E-5D2B-9651A49B3B9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468362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BC7588DD-A007-A2A1-EDD6-9EEFFCD3F3A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67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BE2B1C7-C0C6-88D0-FF18-EFB8EA2C628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9753600" y="4023360"/>
            <a:ext cx="1645920" cy="2286000"/>
          </a:xfrm>
        </p:spPr>
        <p:txBody>
          <a:bodyPr lIns="0" rIns="0"/>
          <a:lstStyle>
            <a:lvl1pPr marL="119063" indent="-119063">
              <a:lnSpc>
                <a:spcPct val="110000"/>
              </a:lnSpc>
              <a:spcBef>
                <a:spcPts val="900"/>
              </a:spcBef>
              <a:tabLst/>
              <a:defRPr sz="1200"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100"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050"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A81BA51A-079B-3E84-046F-16707EFD3E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753600" y="1335024"/>
            <a:ext cx="1828800" cy="250545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793A5-113A-48A7-BCE0-7936F08DA48F}" type="datetime1">
              <a:rPr lang="en-US" smtClean="0"/>
              <a:t>07/17/2026</a:t>
            </a:fld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6D79BAA0-8632-AD2C-292C-8F2B191F7D1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2231778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3B074-3B07-0E57-B1EF-F6812220DF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C6A13A99-FC00-81A6-297A-C14D357F8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44640" y="1566127"/>
            <a:ext cx="4846320" cy="34246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4640" y="2103120"/>
            <a:ext cx="493776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47277-7A32-0B74-3121-513308B5D1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B1577F18-2EE9-48A5-C9F6-26D13C7A415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0626B-1616-3551-DB78-E30E2BEA44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DFF53-DA3C-5459-13CB-66ACAB1EF04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7EF6CD1-9159-44AF-9B3E-C7AC0C13304D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1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CA4403-228E-D982-11B8-71EFFDAB1F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46F0AF-945D-1612-FEA8-992054B7A7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68368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68368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D2660DF-18E0-5445-7D6F-B1E2A46D4B9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27136" y="1566127"/>
            <a:ext cx="3200400" cy="342466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27136" y="2103120"/>
            <a:ext cx="3255264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4C05D25-57B4-0131-8D02-41BDA2225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861CF59B-700A-60A4-D14B-FB9B87B60D93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038FF-7BCA-3951-3D43-F22FDDDCEC6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D0F27E-11AC-F723-B425-6B4C9993142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363D66E-2377-4F68-BD8E-DC3D382E60FF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807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2044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2044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28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128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42120" y="1581773"/>
            <a:ext cx="224028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42120" y="2103120"/>
            <a:ext cx="224028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9929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s - Photo and Title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C2F326F4-6AE1-8C74-A50F-7DF9054A0B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1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F3A760-EE34-C8A5-89C3-5467A9BC0C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5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5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C84D014-5A6E-8592-C6D8-45C3986A87F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1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81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E0941F-EC84-108F-647A-726CB13FD0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7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273AE085-219F-7944-7266-65BE5ACA42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7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B1CE22D-7742-2553-0BC5-65F5E18C478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753600" y="1581773"/>
            <a:ext cx="1828800" cy="311175"/>
          </a:xfrm>
        </p:spPr>
        <p:txBody>
          <a:bodyPr wrap="square" anchor="ctr" anchorCtr="0">
            <a:spAutoFit/>
          </a:bodyPr>
          <a:lstStyle>
            <a:lvl1pPr marL="0" indent="0">
              <a:buNone/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04FB2745-7A67-1B1D-6FE0-E5A68CD71D3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53600" y="2103120"/>
            <a:ext cx="1828800" cy="40233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8D57720-7135-4F3C-DEEA-C27247DB4D1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Copyright">
            <a:extLst>
              <a:ext uri="{FF2B5EF4-FFF2-40B4-BE49-F238E27FC236}">
                <a16:creationId xmlns:a16="http://schemas.microsoft.com/office/drawing/2014/main" id="{5BFC7988-7FAA-398C-930C-E596D1C799AC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78E7BE0-DA47-ECEF-0F48-3164312A54C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115E1D6-9D19-3D32-1DF3-6D23F19EFA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3A5FDA7-3BA9-4E16-ABA0-3A8FCF7624A5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686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1x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10972800" cy="457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48FEA5-D82D-FEBA-BC6B-F712F94ADF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B0CFD409-FAB4-8D4C-DF26-12899C370E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FE176-D609-C102-9210-1A0665ED40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B8EAAE-6B19-EE89-F051-EA38D1ED644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79301B-1302-4B33-9C57-FD5EA730D9CA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432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2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1554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2547B6F-C04C-1B8A-023F-2328C702D34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23A551AC-B66E-B597-2080-FD4462C44E7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840480"/>
            <a:ext cx="54864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8B94F-08BB-377E-AE6E-61B7A9C9385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26C5F03B-42F9-6A59-3CCF-50EFC70FE135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E0779-5716-A672-960E-6B3AB7CCC5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4B95E-CC09-DA87-F49C-D0FD58732B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129D3C5-7FDF-4810-8CE7-16EC6383A5D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043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3x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A5097-0CFA-61BE-726A-4804164DF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60F384-0CC4-8E1E-C546-28F7B7D6B28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92A0C94-CCCD-1ACE-EE3F-3AAA7DAFC5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24800" y="1554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B2B2E44-F595-7BB6-29AF-8641CEDC7A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F1FEECA-D863-9A52-B628-DC29A5E3A3F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C1A3846-D263-B994-2288-4A3F6F2CC7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24800" y="3840480"/>
            <a:ext cx="3657600" cy="228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72CA8-A577-174B-FB2C-9B4EB53A313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8D13397-FD3B-0770-09A4-C48DDFDB7AB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6042B7-6E1D-C52E-AA27-9C2FF0C0DD2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2CB33B-0DFA-0E46-569E-3A30D639B58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90D5A5-4AEE-444F-B6C9-C3F1538FF45D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1246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 Dark - 8x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BAA268-608E-203C-7A51-367C326D1570}"/>
              </a:ext>
            </a:extLst>
          </p:cNvPr>
          <p:cNvSpPr/>
          <p:nvPr userDrawn="1"/>
        </p:nvSpPr>
        <p:spPr>
          <a:xfrm>
            <a:off x="6096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9E7C4E-A950-5E7D-A0C2-FCEFEEFFD63B}"/>
              </a:ext>
            </a:extLst>
          </p:cNvPr>
          <p:cNvSpPr/>
          <p:nvPr userDrawn="1"/>
        </p:nvSpPr>
        <p:spPr>
          <a:xfrm>
            <a:off x="19958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8CC5C-6C7A-E3B3-012C-E9C0432BE08E}"/>
              </a:ext>
            </a:extLst>
          </p:cNvPr>
          <p:cNvSpPr/>
          <p:nvPr userDrawn="1"/>
        </p:nvSpPr>
        <p:spPr>
          <a:xfrm>
            <a:off x="338216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3573D4-E54C-C99F-F61B-CBC21CA91EED}"/>
              </a:ext>
            </a:extLst>
          </p:cNvPr>
          <p:cNvSpPr/>
          <p:nvPr userDrawn="1"/>
        </p:nvSpPr>
        <p:spPr>
          <a:xfrm>
            <a:off x="476844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16B734-342F-9A1D-45D0-D102A3F8E11C}"/>
              </a:ext>
            </a:extLst>
          </p:cNvPr>
          <p:cNvSpPr/>
          <p:nvPr userDrawn="1"/>
        </p:nvSpPr>
        <p:spPr>
          <a:xfrm>
            <a:off x="615472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AC3299-D9CC-DB39-2D3B-3F38400729B6}"/>
              </a:ext>
            </a:extLst>
          </p:cNvPr>
          <p:cNvSpPr/>
          <p:nvPr userDrawn="1"/>
        </p:nvSpPr>
        <p:spPr>
          <a:xfrm>
            <a:off x="754100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B7A0D9-63D4-923F-0B2C-2241DA938B85}"/>
              </a:ext>
            </a:extLst>
          </p:cNvPr>
          <p:cNvSpPr/>
          <p:nvPr userDrawn="1"/>
        </p:nvSpPr>
        <p:spPr>
          <a:xfrm>
            <a:off x="8927280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BBB5FA-838E-2F55-A783-CE18CFB555D4}"/>
              </a:ext>
            </a:extLst>
          </p:cNvPr>
          <p:cNvSpPr/>
          <p:nvPr userDrawn="1"/>
        </p:nvSpPr>
        <p:spPr>
          <a:xfrm>
            <a:off x="10313559" y="133432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E21CC9-8607-D4B4-0A69-84E115EA1B4E}"/>
              </a:ext>
            </a:extLst>
          </p:cNvPr>
          <p:cNvSpPr/>
          <p:nvPr userDrawn="1"/>
        </p:nvSpPr>
        <p:spPr>
          <a:xfrm>
            <a:off x="6096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A79D0A-A70C-E894-177D-EECF5FA284B5}"/>
              </a:ext>
            </a:extLst>
          </p:cNvPr>
          <p:cNvSpPr/>
          <p:nvPr userDrawn="1"/>
        </p:nvSpPr>
        <p:spPr>
          <a:xfrm>
            <a:off x="19958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A566EE-102B-BAE0-3B43-462B12F42154}"/>
              </a:ext>
            </a:extLst>
          </p:cNvPr>
          <p:cNvSpPr/>
          <p:nvPr userDrawn="1"/>
        </p:nvSpPr>
        <p:spPr>
          <a:xfrm>
            <a:off x="338216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A8B909-1FB7-2ECE-4CE5-D4CB1C6BB0CC}"/>
              </a:ext>
            </a:extLst>
          </p:cNvPr>
          <p:cNvSpPr/>
          <p:nvPr userDrawn="1"/>
        </p:nvSpPr>
        <p:spPr>
          <a:xfrm>
            <a:off x="476844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47EF83-4A21-DA0F-C923-796582EDAEED}"/>
              </a:ext>
            </a:extLst>
          </p:cNvPr>
          <p:cNvSpPr/>
          <p:nvPr userDrawn="1"/>
        </p:nvSpPr>
        <p:spPr>
          <a:xfrm>
            <a:off x="615472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B53162-80D6-1DB6-445D-F0BBEB4165AB}"/>
              </a:ext>
            </a:extLst>
          </p:cNvPr>
          <p:cNvSpPr/>
          <p:nvPr userDrawn="1"/>
        </p:nvSpPr>
        <p:spPr>
          <a:xfrm>
            <a:off x="754100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43A33A-2128-3B66-F13D-BC2C34FC5C9C}"/>
              </a:ext>
            </a:extLst>
          </p:cNvPr>
          <p:cNvSpPr/>
          <p:nvPr userDrawn="1"/>
        </p:nvSpPr>
        <p:spPr>
          <a:xfrm>
            <a:off x="8927280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9562438-B088-47C6-D95D-D104D74DC604}"/>
              </a:ext>
            </a:extLst>
          </p:cNvPr>
          <p:cNvSpPr/>
          <p:nvPr userDrawn="1"/>
        </p:nvSpPr>
        <p:spPr>
          <a:xfrm>
            <a:off x="10313559" y="2608441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C61161-4E67-459F-36FF-24C259411D06}"/>
              </a:ext>
            </a:extLst>
          </p:cNvPr>
          <p:cNvSpPr/>
          <p:nvPr userDrawn="1"/>
        </p:nvSpPr>
        <p:spPr>
          <a:xfrm>
            <a:off x="6096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875AF7F-E549-C9DD-4BD9-037177E7F735}"/>
              </a:ext>
            </a:extLst>
          </p:cNvPr>
          <p:cNvSpPr/>
          <p:nvPr userDrawn="1"/>
        </p:nvSpPr>
        <p:spPr>
          <a:xfrm>
            <a:off x="19958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738BA7-9D68-1ED9-04A0-99A171217587}"/>
              </a:ext>
            </a:extLst>
          </p:cNvPr>
          <p:cNvSpPr/>
          <p:nvPr userDrawn="1"/>
        </p:nvSpPr>
        <p:spPr>
          <a:xfrm>
            <a:off x="338216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51B5DB-1CA5-4B88-AC22-BE9FD9798353}"/>
              </a:ext>
            </a:extLst>
          </p:cNvPr>
          <p:cNvSpPr/>
          <p:nvPr userDrawn="1"/>
        </p:nvSpPr>
        <p:spPr>
          <a:xfrm>
            <a:off x="476844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7C6676-9FF0-FCE1-4305-AC9BA6E9220A}"/>
              </a:ext>
            </a:extLst>
          </p:cNvPr>
          <p:cNvSpPr/>
          <p:nvPr userDrawn="1"/>
        </p:nvSpPr>
        <p:spPr>
          <a:xfrm>
            <a:off x="615472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B257B7-9C16-9561-3AC1-D8314943FC74}"/>
              </a:ext>
            </a:extLst>
          </p:cNvPr>
          <p:cNvSpPr/>
          <p:nvPr userDrawn="1"/>
        </p:nvSpPr>
        <p:spPr>
          <a:xfrm>
            <a:off x="754100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EECCC7F-B9E9-3B8B-6F0D-FAA1040749DF}"/>
              </a:ext>
            </a:extLst>
          </p:cNvPr>
          <p:cNvSpPr/>
          <p:nvPr userDrawn="1"/>
        </p:nvSpPr>
        <p:spPr>
          <a:xfrm>
            <a:off x="8927280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A1038EB-0E1A-05F1-2DFF-EA052237F7F6}"/>
              </a:ext>
            </a:extLst>
          </p:cNvPr>
          <p:cNvSpPr/>
          <p:nvPr userDrawn="1"/>
        </p:nvSpPr>
        <p:spPr>
          <a:xfrm>
            <a:off x="10313559" y="3882557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C02E06-B728-D76A-FEAA-446234F0F31F}"/>
              </a:ext>
            </a:extLst>
          </p:cNvPr>
          <p:cNvSpPr/>
          <p:nvPr userDrawn="1"/>
        </p:nvSpPr>
        <p:spPr>
          <a:xfrm>
            <a:off x="6096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8706809-ECBD-19DD-3B50-1DBAD7BADF1F}"/>
              </a:ext>
            </a:extLst>
          </p:cNvPr>
          <p:cNvSpPr/>
          <p:nvPr userDrawn="1"/>
        </p:nvSpPr>
        <p:spPr>
          <a:xfrm>
            <a:off x="19958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46C519C-7E49-E916-FA16-159BABE49412}"/>
              </a:ext>
            </a:extLst>
          </p:cNvPr>
          <p:cNvSpPr/>
          <p:nvPr userDrawn="1"/>
        </p:nvSpPr>
        <p:spPr>
          <a:xfrm>
            <a:off x="338216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1B91923-6A62-AD7F-31E0-673400D0EB1E}"/>
              </a:ext>
            </a:extLst>
          </p:cNvPr>
          <p:cNvSpPr/>
          <p:nvPr userDrawn="1"/>
        </p:nvSpPr>
        <p:spPr>
          <a:xfrm>
            <a:off x="476844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27D94D-DCFC-5DFD-EA77-925FCC34A4D7}"/>
              </a:ext>
            </a:extLst>
          </p:cNvPr>
          <p:cNvSpPr/>
          <p:nvPr userDrawn="1"/>
        </p:nvSpPr>
        <p:spPr>
          <a:xfrm>
            <a:off x="615472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CF9808-730A-9487-1316-4BBE4EB4937B}"/>
              </a:ext>
            </a:extLst>
          </p:cNvPr>
          <p:cNvSpPr/>
          <p:nvPr userDrawn="1"/>
        </p:nvSpPr>
        <p:spPr>
          <a:xfrm>
            <a:off x="754100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CE5A07D-9FF2-8979-5D57-8C122DB99FB7}"/>
              </a:ext>
            </a:extLst>
          </p:cNvPr>
          <p:cNvSpPr/>
          <p:nvPr userDrawn="1"/>
        </p:nvSpPr>
        <p:spPr>
          <a:xfrm>
            <a:off x="8927280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5263E6F-C1EE-9BCC-34DD-8FE8B2AE793A}"/>
              </a:ext>
            </a:extLst>
          </p:cNvPr>
          <p:cNvSpPr/>
          <p:nvPr userDrawn="1"/>
        </p:nvSpPr>
        <p:spPr>
          <a:xfrm>
            <a:off x="10313559" y="5156674"/>
            <a:ext cx="1268841" cy="116792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ow 1 Picture Placeholder 1">
            <a:extLst>
              <a:ext uri="{FF2B5EF4-FFF2-40B4-BE49-F238E27FC236}">
                <a16:creationId xmlns:a16="http://schemas.microsoft.com/office/drawing/2014/main" id="{F7FA6101-2BCD-3F7A-5BFE-9C338D8F8C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2604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6" name="row 1 Picture Placeholder 2">
            <a:extLst>
              <a:ext uri="{FF2B5EF4-FFF2-40B4-BE49-F238E27FC236}">
                <a16:creationId xmlns:a16="http://schemas.microsoft.com/office/drawing/2014/main" id="{D4489A75-D166-8CF2-E0D8-0EDFD46D7A4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034595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7" name="row 1 Picture Placeholder 3">
            <a:extLst>
              <a:ext uri="{FF2B5EF4-FFF2-40B4-BE49-F238E27FC236}">
                <a16:creationId xmlns:a16="http://schemas.microsoft.com/office/drawing/2014/main" id="{2F08C9C9-CDFB-BCD2-FB33-888CA3CCB0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21781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8" name="row 1 Picture Placeholder 4">
            <a:extLst>
              <a:ext uri="{FF2B5EF4-FFF2-40B4-BE49-F238E27FC236}">
                <a16:creationId xmlns:a16="http://schemas.microsoft.com/office/drawing/2014/main" id="{899B4827-9E43-021A-8937-A5828945843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814163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9" name="row 1 Picture Placeholder 5">
            <a:extLst>
              <a:ext uri="{FF2B5EF4-FFF2-40B4-BE49-F238E27FC236}">
                <a16:creationId xmlns:a16="http://schemas.microsoft.com/office/drawing/2014/main" id="{B06F7986-6ED4-86E5-5E13-935D3BEE8F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6154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0" name="row 1 Picture Placeholder 6">
            <a:extLst>
              <a:ext uri="{FF2B5EF4-FFF2-40B4-BE49-F238E27FC236}">
                <a16:creationId xmlns:a16="http://schemas.microsoft.com/office/drawing/2014/main" id="{7C94F9B6-35CC-47D7-4715-2D9BDFED9D9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7583340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4" name="row 1 Picture Placeholder 7">
            <a:extLst>
              <a:ext uri="{FF2B5EF4-FFF2-40B4-BE49-F238E27FC236}">
                <a16:creationId xmlns:a16="http://schemas.microsoft.com/office/drawing/2014/main" id="{D2A4DA41-8FCC-44A0-0C9D-A7CDFAC9620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970527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5" name="row 1 Picture Placeholder 8">
            <a:extLst>
              <a:ext uri="{FF2B5EF4-FFF2-40B4-BE49-F238E27FC236}">
                <a16:creationId xmlns:a16="http://schemas.microsoft.com/office/drawing/2014/main" id="{4137539C-29C3-8821-FFE4-1C210898C68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0357713" y="1374235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row 2 Picture Placeholder 1">
            <a:extLst>
              <a:ext uri="{FF2B5EF4-FFF2-40B4-BE49-F238E27FC236}">
                <a16:creationId xmlns:a16="http://schemas.microsoft.com/office/drawing/2014/main" id="{3C1DEC0A-CFBB-A174-7825-D3E127900D3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2604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row 2 Picture Placeholder 2">
            <a:extLst>
              <a:ext uri="{FF2B5EF4-FFF2-40B4-BE49-F238E27FC236}">
                <a16:creationId xmlns:a16="http://schemas.microsoft.com/office/drawing/2014/main" id="{E7BAB826-4B9F-721B-9415-8435857190B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2034595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ow 2 Picture Placeholder 3">
            <a:extLst>
              <a:ext uri="{FF2B5EF4-FFF2-40B4-BE49-F238E27FC236}">
                <a16:creationId xmlns:a16="http://schemas.microsoft.com/office/drawing/2014/main" id="{FF2B11DB-3A14-D3C9-2C6D-B1CA3D622F9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21781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row 2 Picture Placeholder 4">
            <a:extLst>
              <a:ext uri="{FF2B5EF4-FFF2-40B4-BE49-F238E27FC236}">
                <a16:creationId xmlns:a16="http://schemas.microsoft.com/office/drawing/2014/main" id="{46336BAC-196F-BEEE-4E28-6A330A25A67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814163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row 2 Picture Placeholder 5">
            <a:extLst>
              <a:ext uri="{FF2B5EF4-FFF2-40B4-BE49-F238E27FC236}">
                <a16:creationId xmlns:a16="http://schemas.microsoft.com/office/drawing/2014/main" id="{C2FFB65A-9236-4CE6-2307-E94FE71BB87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96154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5" name="row 2 Picture Placeholder 6">
            <a:extLst>
              <a:ext uri="{FF2B5EF4-FFF2-40B4-BE49-F238E27FC236}">
                <a16:creationId xmlns:a16="http://schemas.microsoft.com/office/drawing/2014/main" id="{4B9A60F2-7615-8938-B4B4-67C1CBF42CF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83340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7" name="row 2 Picture Placeholder 7">
            <a:extLst>
              <a:ext uri="{FF2B5EF4-FFF2-40B4-BE49-F238E27FC236}">
                <a16:creationId xmlns:a16="http://schemas.microsoft.com/office/drawing/2014/main" id="{3E419932-76A6-541D-128A-A84A5BEEC30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970527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8" name="row 2 Picture Placeholder 8">
            <a:extLst>
              <a:ext uri="{FF2B5EF4-FFF2-40B4-BE49-F238E27FC236}">
                <a16:creationId xmlns:a16="http://schemas.microsoft.com/office/drawing/2014/main" id="{758DFE5A-82A8-803E-2660-E9B48CD58C8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357713" y="2645822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9" name="row 3 Picture Placeholder 1">
            <a:extLst>
              <a:ext uri="{FF2B5EF4-FFF2-40B4-BE49-F238E27FC236}">
                <a16:creationId xmlns:a16="http://schemas.microsoft.com/office/drawing/2014/main" id="{9E32F521-6FD0-503D-9FF1-BBD7A8CA51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52604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0" name="row 3 Picture Placeholder 2">
            <a:extLst>
              <a:ext uri="{FF2B5EF4-FFF2-40B4-BE49-F238E27FC236}">
                <a16:creationId xmlns:a16="http://schemas.microsoft.com/office/drawing/2014/main" id="{D836B38E-8809-B0C0-92F7-BD89C610B16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2034595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1" name="row 3 Picture Placeholder 3">
            <a:extLst>
              <a:ext uri="{FF2B5EF4-FFF2-40B4-BE49-F238E27FC236}">
                <a16:creationId xmlns:a16="http://schemas.microsoft.com/office/drawing/2014/main" id="{6D54014E-0644-8A1E-AAFF-5E8A476ACC3F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3421781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2" name="row 3 Picture Placeholder 4">
            <a:extLst>
              <a:ext uri="{FF2B5EF4-FFF2-40B4-BE49-F238E27FC236}">
                <a16:creationId xmlns:a16="http://schemas.microsoft.com/office/drawing/2014/main" id="{C50DA082-240B-5F1B-A722-C64B3BA9FD4E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14163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3" name="row 3 Picture Placeholder 5">
            <a:extLst>
              <a:ext uri="{FF2B5EF4-FFF2-40B4-BE49-F238E27FC236}">
                <a16:creationId xmlns:a16="http://schemas.microsoft.com/office/drawing/2014/main" id="{7F494D05-1215-155F-73B6-BF770FF811D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196154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4" name="row 3 Picture Placeholder 6">
            <a:extLst>
              <a:ext uri="{FF2B5EF4-FFF2-40B4-BE49-F238E27FC236}">
                <a16:creationId xmlns:a16="http://schemas.microsoft.com/office/drawing/2014/main" id="{D0EC0EE6-CC94-3C74-DDBA-56893AD1E43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7583340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5" name="row 3 Picture Placeholder 7">
            <a:extLst>
              <a:ext uri="{FF2B5EF4-FFF2-40B4-BE49-F238E27FC236}">
                <a16:creationId xmlns:a16="http://schemas.microsoft.com/office/drawing/2014/main" id="{5FBD18F7-9E73-C66B-2846-56D8CEA15A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970527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6" name="row 3 Picture Placeholder 8">
            <a:extLst>
              <a:ext uri="{FF2B5EF4-FFF2-40B4-BE49-F238E27FC236}">
                <a16:creationId xmlns:a16="http://schemas.microsoft.com/office/drawing/2014/main" id="{7B5CFE7D-04C3-F349-69EC-8D436A9E920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357713" y="3924554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7" name="row 4 Picture Placeholder 1">
            <a:extLst>
              <a:ext uri="{FF2B5EF4-FFF2-40B4-BE49-F238E27FC236}">
                <a16:creationId xmlns:a16="http://schemas.microsoft.com/office/drawing/2014/main" id="{24399C3F-6491-6E43-B837-BD446D088A0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52604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8" name="row 4 Picture Placeholder 2">
            <a:extLst>
              <a:ext uri="{FF2B5EF4-FFF2-40B4-BE49-F238E27FC236}">
                <a16:creationId xmlns:a16="http://schemas.microsoft.com/office/drawing/2014/main" id="{2036CAF2-E770-6062-EF33-0DD11CD01C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034595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9" name="row 4 Picture Placeholder 3">
            <a:extLst>
              <a:ext uri="{FF2B5EF4-FFF2-40B4-BE49-F238E27FC236}">
                <a16:creationId xmlns:a16="http://schemas.microsoft.com/office/drawing/2014/main" id="{30F775ED-4D01-9DC2-7605-D281FB771C25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21781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0" name="row 4 Picture Placeholder 4">
            <a:extLst>
              <a:ext uri="{FF2B5EF4-FFF2-40B4-BE49-F238E27FC236}">
                <a16:creationId xmlns:a16="http://schemas.microsoft.com/office/drawing/2014/main" id="{DEE28737-AC75-102C-4BA8-96E6F4330BB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814163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1" name="row 4 Picture Placeholder 5">
            <a:extLst>
              <a:ext uri="{FF2B5EF4-FFF2-40B4-BE49-F238E27FC236}">
                <a16:creationId xmlns:a16="http://schemas.microsoft.com/office/drawing/2014/main" id="{E6E43258-86B0-95D8-6166-424B9F61DE5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96154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2" name="row 4 Picture Placeholder 6">
            <a:extLst>
              <a:ext uri="{FF2B5EF4-FFF2-40B4-BE49-F238E27FC236}">
                <a16:creationId xmlns:a16="http://schemas.microsoft.com/office/drawing/2014/main" id="{0D08A575-C065-4FC0-28D7-6580F3156F6D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7583340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3" name="row 4 Picture Placeholder 7">
            <a:extLst>
              <a:ext uri="{FF2B5EF4-FFF2-40B4-BE49-F238E27FC236}">
                <a16:creationId xmlns:a16="http://schemas.microsoft.com/office/drawing/2014/main" id="{8C33A8F6-6489-D7B0-777C-E283A9697E4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970527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4" name="row 4 Picture Placeholder 8">
            <a:extLst>
              <a:ext uri="{FF2B5EF4-FFF2-40B4-BE49-F238E27FC236}">
                <a16:creationId xmlns:a16="http://schemas.microsoft.com/office/drawing/2014/main" id="{9DDE374E-5A99-C8F8-8E5C-A7201FBD4B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357713" y="5196141"/>
            <a:ext cx="1182832" cy="108810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43891E34-A609-5686-FA54-E3A637570182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42838-4B53-45A2-8F31-57E1B224FDC6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31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with Thr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92CD-4DAB-B5A4-4603-43CD97AC6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hread">
            <a:extLst>
              <a:ext uri="{FF2B5EF4-FFF2-40B4-BE49-F238E27FC236}">
                <a16:creationId xmlns:a16="http://schemas.microsoft.com/office/drawing/2014/main" id="{58DD8459-7A64-A5A2-A463-AE3780C871C4}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D3F7CAF-D852-86B0-DD65-059C877F34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8016" y="0"/>
            <a:ext cx="12063984" cy="68580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6729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2B8B6-68CD-E5CB-1299-D2EC1E13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87341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Dar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9EFD-0837-876E-D532-FF1DCD5DA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85381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end slide">
    <p:bg>
      <p:bgPr>
        <a:solidFill>
          <a:srgbClr val="EB1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0452-9AFC-7317-960A-0CE6F680E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371600"/>
            <a:ext cx="10972800" cy="94638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A white letter o on a black background&#10;&#10;Description automatically generated">
            <a:extLst>
              <a:ext uri="{FF2B5EF4-FFF2-40B4-BE49-F238E27FC236}">
                <a16:creationId xmlns:a16="http://schemas.microsoft.com/office/drawing/2014/main" id="{E9BC6135-7D8D-B5DA-3E89-19048614E6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642" y="2991905"/>
            <a:ext cx="3621024" cy="875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827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6489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Dark A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156EF-00C4-7068-5E38-7C447D1A9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6437"/>
            <a:ext cx="10972800" cy="1865126"/>
          </a:xfrm>
        </p:spPr>
        <p:txBody>
          <a:bodyPr wrap="square" lIns="0" rIns="0" anchor="ctr" anchorCtr="0">
            <a:spAutoFit/>
          </a:bodyPr>
          <a:lstStyle>
            <a:lvl1pPr>
              <a:lnSpc>
                <a:spcPct val="80000"/>
              </a:lnSpc>
              <a:defRPr sz="7200" spc="-12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hread">
            <a:extLst>
              <a:ext uri="{FF2B5EF4-FFF2-40B4-BE49-F238E27FC236}">
                <a16:creationId xmlns:a16="http://schemas.microsoft.com/office/drawing/2014/main" id="{91AE573E-CC51-2A49-7497-59B7E4555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8790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12648" y="265176"/>
            <a:ext cx="10972800" cy="950976"/>
          </a:xfrm>
        </p:spPr>
        <p:txBody>
          <a:bodyPr wrap="square" lIns="0" tIns="0" rIns="0" bIns="0" anchor="ctr" anchorCtr="0">
            <a:noAutofit/>
          </a:bodyPr>
          <a:lstStyle>
            <a:lvl1pPr>
              <a:defRPr lang="en-US" sz="3200" kern="1200" spc="-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59631ABC-0F20-4732-9A2E-F2D10704DBF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600" y="1576873"/>
            <a:ext cx="10972800" cy="4504354"/>
          </a:xfrm>
        </p:spPr>
        <p:txBody>
          <a:bodyPr lIns="0" tIns="0" rIns="0" bIns="0"/>
          <a:lstStyle>
            <a:lvl1pPr>
              <a:defRPr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D6601-D56B-2A71-FB4D-43D7BD6048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E4452-EFBC-927D-A192-3B5CAD318E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E59D4-EB98-505F-A399-102776DA74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30169271-AB45-4F94-B977-1C39D03C236C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329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 Ai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34324"/>
            <a:ext cx="10972800" cy="4992624"/>
          </a:xfrm>
        </p:spPr>
        <p:txBody>
          <a:bodyPr lIns="0" rIns="0"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2940D-A5FF-4CEC-B24D-658D92D6E1F7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49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Dark Airy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61C88EF-1F16-59C4-60F1-8DC431E7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</p:spPr>
        <p:txBody>
          <a:bodyPr lIns="0" r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A96FB-B9EB-8DE6-BE7F-8E9AFB7E3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lnSpc>
                <a:spcPct val="110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0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0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0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0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E773C5-DC8F-B04C-E4BB-8999DF0AA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C5061511-419D-2059-0E83-6196212F9289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solidFill>
            <a:schemeClr val="tx1"/>
          </a:solidFill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BEBEBE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B0C947-85B1-6F73-8F85-916BD5975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EBEBE"/>
                </a:solidFill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8E7064-6C65-CE7F-C31F-A4F12EC5D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B4F7-71D5-4F1C-A9CA-5E3A40F979B7}" type="datetime1">
              <a:rPr lang="en-US" smtClean="0"/>
              <a:t>07/17/2026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84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557CE-52E6-1FB8-260F-4B9972B7C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4085"/>
            <a:ext cx="10972800" cy="946389"/>
          </a:xfrm>
          <a:prstGeom prst="rect">
            <a:avLst/>
          </a:prstGeom>
        </p:spPr>
        <p:txBody>
          <a:bodyPr vert="horz" lIns="0" tIns="45720" rIns="0" bIns="4572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D5854-D623-623A-F51E-6C503DDD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4324"/>
            <a:ext cx="10972800" cy="4990276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4D4F-1B98-83B7-DAEA-EBD830B4D8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45920" y="6583680"/>
            <a:ext cx="7844778" cy="9144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600">
                <a:solidFill>
                  <a:srgbClr val="191919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Copyright">
            <a:extLst>
              <a:ext uri="{FF2B5EF4-FFF2-40B4-BE49-F238E27FC236}">
                <a16:creationId xmlns:a16="http://schemas.microsoft.com/office/drawing/2014/main" id="{F00605C0-ED67-6D23-4441-6A67F9B2E445}"/>
              </a:ext>
            </a:extLst>
          </p:cNvPr>
          <p:cNvSpPr txBox="1"/>
          <p:nvPr userDrawn="1"/>
        </p:nvSpPr>
        <p:spPr>
          <a:xfrm>
            <a:off x="9871995" y="6583680"/>
            <a:ext cx="1710405" cy="923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baseline="0" dirty="0">
                <a:solidFill>
                  <a:srgbClr val="191919"/>
                </a:solidFill>
                <a:latin typeface="Adobe Clean" panose="020B0503020404020204" pitchFamily="34" charset="0"/>
              </a:rPr>
              <a:t>© 2024 Adobe. All Rights Reserved. Adobe Confidential.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B87A-A7CF-09CF-30ED-83C44A71A0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2316" y="6583680"/>
            <a:ext cx="89768" cy="92333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lang="en-US" sz="600" baseline="0" smtClean="0">
                <a:solidFill>
                  <a:srgbClr val="191919"/>
                </a:solidFill>
                <a:latin typeface="Adobe Clean" panose="020B0503020404020204" pitchFamily="34" charset="0"/>
              </a:defRPr>
            </a:lvl1pPr>
          </a:lstStyle>
          <a:p>
            <a:pPr algn="r"/>
            <a:fld id="{DEC9D0C1-7FBA-40E3-98AB-77B8E8CCE3DF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8D59-8A23-698A-D678-69D2440DB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-1" y="7035913"/>
            <a:ext cx="355867" cy="107722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69271-AB45-4F94-B977-1C39D03C236C}" type="datetime1">
              <a:rPr lang="en-US" smtClean="0"/>
              <a:t>07/17/2026</a:t>
            </a:fld>
            <a:endParaRPr lang="en-US"/>
          </a:p>
        </p:txBody>
      </p:sp>
      <p:sp>
        <p:nvSpPr>
          <p:cNvPr id="9" name="1/4">
            <a:extLst>
              <a:ext uri="{FF2B5EF4-FFF2-40B4-BE49-F238E27FC236}">
                <a16:creationId xmlns:a16="http://schemas.microsoft.com/office/drawing/2014/main" id="{791B36FE-59D2-67F8-88FF-8BCBCAA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264969" y="-563502"/>
            <a:ext cx="1635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10" name="2/4">
            <a:extLst>
              <a:ext uri="{FF2B5EF4-FFF2-40B4-BE49-F238E27FC236}">
                <a16:creationId xmlns:a16="http://schemas.microsoft.com/office/drawing/2014/main" id="{1D453459-F362-B9CD-880F-8901A7543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6004629" y="-563502"/>
            <a:ext cx="18274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11" name="3/4">
            <a:extLst>
              <a:ext uri="{FF2B5EF4-FFF2-40B4-BE49-F238E27FC236}">
                <a16:creationId xmlns:a16="http://schemas.microsoft.com/office/drawing/2014/main" id="{8E72AC89-911C-7E96-6D33-BAF9B0DBE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745241" y="-56350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12" name="2/3 arrow">
            <a:extLst>
              <a:ext uri="{FF2B5EF4-FFF2-40B4-BE49-F238E27FC236}">
                <a16:creationId xmlns:a16="http://schemas.microsoft.com/office/drawing/2014/main" id="{425FBE88-470E-60C6-8016-0453814D1C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23212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/3 arrow">
            <a:extLst>
              <a:ext uri="{FF2B5EF4-FFF2-40B4-BE49-F238E27FC236}">
                <a16:creationId xmlns:a16="http://schemas.microsoft.com/office/drawing/2014/main" id="{B121034D-56B4-850B-095F-50226D1D6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266406" y="-336411"/>
            <a:ext cx="0" cy="236135"/>
          </a:xfrm>
          <a:prstGeom prst="line">
            <a:avLst/>
          </a:prstGeom>
          <a:ln w="12700">
            <a:solidFill>
              <a:srgbClr val="C8C1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2/3">
            <a:extLst>
              <a:ext uri="{FF2B5EF4-FFF2-40B4-BE49-F238E27FC236}">
                <a16:creationId xmlns:a16="http://schemas.microsoft.com/office/drawing/2014/main" id="{FC5A2A21-4D76-D3E5-F47D-FAAEDEFAE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834245" y="-563502"/>
            <a:ext cx="17793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rgbClr val="A185B6"/>
                </a:solidFill>
                <a:latin typeface="+mj-lt"/>
              </a:rPr>
              <a:t>2/3</a:t>
            </a:r>
          </a:p>
        </p:txBody>
      </p:sp>
      <p:sp>
        <p:nvSpPr>
          <p:cNvPr id="15" name="1/3">
            <a:extLst>
              <a:ext uri="{FF2B5EF4-FFF2-40B4-BE49-F238E27FC236}">
                <a16:creationId xmlns:a16="http://schemas.microsoft.com/office/drawing/2014/main" id="{31DF4110-6679-C48B-A68B-23CCE2DC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4194051" y="-563502"/>
            <a:ext cx="15869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 dirty="0">
                <a:solidFill>
                  <a:srgbClr val="A185B6"/>
                </a:solidFill>
                <a:latin typeface="+mj-lt"/>
              </a:rPr>
              <a:t>1/3</a:t>
            </a:r>
          </a:p>
        </p:txBody>
      </p:sp>
      <p:cxnSp>
        <p:nvCxnSpPr>
          <p:cNvPr id="16" name="1/4 arrow">
            <a:extLst>
              <a:ext uri="{FF2B5EF4-FFF2-40B4-BE49-F238E27FC236}">
                <a16:creationId xmlns:a16="http://schemas.microsoft.com/office/drawing/2014/main" id="{654E8F9D-6C4E-05DA-FE73-546CD08C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52205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2/4 arrow">
            <a:extLst>
              <a:ext uri="{FF2B5EF4-FFF2-40B4-BE49-F238E27FC236}">
                <a16:creationId xmlns:a16="http://schemas.microsoft.com/office/drawing/2014/main" id="{DA346B2B-DF35-381D-9BDC-1CDA53FCF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3/4 arrow">
            <a:extLst>
              <a:ext uri="{FF2B5EF4-FFF2-40B4-BE49-F238E27FC236}">
                <a16:creationId xmlns:a16="http://schemas.microsoft.com/office/drawing/2014/main" id="{79D2891A-8FC3-A6BB-6113-BF32856B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837414" y="-336411"/>
            <a:ext cx="0" cy="236135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id Instrux">
            <a:extLst>
              <a:ext uri="{FF2B5EF4-FFF2-40B4-BE49-F238E27FC236}">
                <a16:creationId xmlns:a16="http://schemas.microsoft.com/office/drawing/2014/main" id="{02CAB0F6-BA9D-DC91-B680-B8B29A06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57679" y="-549443"/>
            <a:ext cx="176490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  <a:t>Turn on Guides to see the custom grid.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j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Mac: Control-option-command-G</a:t>
            </a:r>
            <a:b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</a:br>
            <a:r>
              <a:rPr lang="en-US" sz="800">
                <a:solidFill>
                  <a:schemeClr val="bg1">
                    <a:lumMod val="65000"/>
                  </a:schemeClr>
                </a:solidFill>
                <a:latin typeface="+mn-lt"/>
              </a:rPr>
              <a:t>Win: Alt-F9 (or Alt-Fn-F9 on some laptops)</a:t>
            </a:r>
          </a:p>
        </p:txBody>
      </p:sp>
      <p:sp>
        <p:nvSpPr>
          <p:cNvPr id="7" name="Thread">
            <a:extLst>
              <a:ext uri="{FF2B5EF4-FFF2-40B4-BE49-F238E27FC236}">
                <a16:creationId xmlns:a16="http://schemas.microsoft.com/office/drawing/2014/main" id="{85D60DD5-372A-259D-1420-29F0B57C1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894"/>
            <a:ext cx="128016" cy="6856213"/>
          </a:xfrm>
          <a:prstGeom prst="rect">
            <a:avLst/>
          </a:prstGeom>
          <a:solidFill>
            <a:srgbClr val="EB10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bIns="45720" rtlCol="0" anchor="ctr"/>
          <a:lstStyle/>
          <a:p>
            <a:pPr algn="l">
              <a:spcBef>
                <a:spcPts val="1200"/>
              </a:spcBef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2" name="1/4">
            <a:extLst>
              <a:ext uri="{FF2B5EF4-FFF2-40B4-BE49-F238E27FC236}">
                <a16:creationId xmlns:a16="http://schemas.microsoft.com/office/drawing/2014/main" id="{424377ED-B64A-B4C7-0B71-A4CF8A90A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76881" y="2509117"/>
            <a:ext cx="163507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1/4</a:t>
            </a:r>
          </a:p>
        </p:txBody>
      </p:sp>
      <p:sp>
        <p:nvSpPr>
          <p:cNvPr id="33" name="2/4">
            <a:extLst>
              <a:ext uri="{FF2B5EF4-FFF2-40B4-BE49-F238E27FC236}">
                <a16:creationId xmlns:a16="http://schemas.microsoft.com/office/drawing/2014/main" id="{51F3C041-8ED9-0DA6-BEAB-D9FCBAB6C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86321" y="3754563"/>
            <a:ext cx="18274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2/4</a:t>
            </a:r>
          </a:p>
        </p:txBody>
      </p:sp>
      <p:sp>
        <p:nvSpPr>
          <p:cNvPr id="34" name="3/4">
            <a:extLst>
              <a:ext uri="{FF2B5EF4-FFF2-40B4-BE49-F238E27FC236}">
                <a16:creationId xmlns:a16="http://schemas.microsoft.com/office/drawing/2014/main" id="{F2D0D8E2-527A-4BB8-6B7E-6D57BEB7F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44053" y="4987532"/>
            <a:ext cx="184346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00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3/4</a:t>
            </a:r>
          </a:p>
        </p:txBody>
      </p:sp>
      <p:cxnSp>
        <p:nvCxnSpPr>
          <p:cNvPr id="35" name="1/4 arrow">
            <a:extLst>
              <a:ext uri="{FF2B5EF4-FFF2-40B4-BE49-F238E27FC236}">
                <a16:creationId xmlns:a16="http://schemas.microsoft.com/office/drawing/2014/main" id="{A418B525-C17C-C5AB-54B3-D48D2031F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258086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1/4 arrow">
            <a:extLst>
              <a:ext uri="{FF2B5EF4-FFF2-40B4-BE49-F238E27FC236}">
                <a16:creationId xmlns:a16="http://schemas.microsoft.com/office/drawing/2014/main" id="{9832C6B5-4860-2934-2206-0B5B7FF6B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133432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1/4 arrow">
            <a:extLst>
              <a:ext uri="{FF2B5EF4-FFF2-40B4-BE49-F238E27FC236}">
                <a16:creationId xmlns:a16="http://schemas.microsoft.com/office/drawing/2014/main" id="{0F8F2023-3069-3524-187F-DCC6A0F9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5073959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1/4 arrow">
            <a:extLst>
              <a:ext uri="{FF2B5EF4-FFF2-40B4-BE49-F238E27FC236}">
                <a16:creationId xmlns:a16="http://schemas.microsoft.com/office/drawing/2014/main" id="{A8ED2DAB-B3D9-1EA2-514C-8A23C0455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3827414"/>
            <a:ext cx="222825" cy="0"/>
          </a:xfrm>
          <a:prstGeom prst="line">
            <a:avLst/>
          </a:prstGeom>
          <a:ln w="12700">
            <a:solidFill>
              <a:srgbClr val="C1D4E8"/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1/4">
            <a:extLst>
              <a:ext uri="{FF2B5EF4-FFF2-40B4-BE49-F238E27FC236}">
                <a16:creationId xmlns:a16="http://schemas.microsoft.com/office/drawing/2014/main" id="{C8CA6760-80AA-0257-95D3-4B4DE6DE7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29254" y="1281863"/>
            <a:ext cx="290143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HEADER</a:t>
            </a:r>
          </a:p>
        </p:txBody>
      </p:sp>
      <p:cxnSp>
        <p:nvCxnSpPr>
          <p:cNvPr id="45" name="1/4 arrow">
            <a:extLst>
              <a:ext uri="{FF2B5EF4-FFF2-40B4-BE49-F238E27FC236}">
                <a16:creationId xmlns:a16="http://schemas.microsoft.com/office/drawing/2014/main" id="{74375429-3C84-68A9-2613-B48F5A529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2278497" y="6320504"/>
            <a:ext cx="222825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1/4">
            <a:extLst>
              <a:ext uri="{FF2B5EF4-FFF2-40B4-BE49-F238E27FC236}">
                <a16:creationId xmlns:a16="http://schemas.microsoft.com/office/drawing/2014/main" id="{1B81506B-B5BB-D6F5-CFE5-02E97E3AF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532460" y="6268043"/>
            <a:ext cx="283732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FOOTER</a:t>
            </a:r>
          </a:p>
        </p:txBody>
      </p:sp>
      <p:cxnSp>
        <p:nvCxnSpPr>
          <p:cNvPr id="24" name="1/4 arrow">
            <a:extLst>
              <a:ext uri="{FF2B5EF4-FFF2-40B4-BE49-F238E27FC236}">
                <a16:creationId xmlns:a16="http://schemas.microsoft.com/office/drawing/2014/main" id="{FA5D0519-5451-A608-D797-03460DF8E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3/4 arrow">
            <a:extLst>
              <a:ext uri="{FF2B5EF4-FFF2-40B4-BE49-F238E27FC236}">
                <a16:creationId xmlns:a16="http://schemas.microsoft.com/office/drawing/2014/main" id="{434EAFBE-DCAD-A7F5-09D7-04281AF8F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80018" y="-336411"/>
            <a:ext cx="0" cy="236135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headEnd type="none" w="med" len="med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1/4">
            <a:extLst>
              <a:ext uri="{FF2B5EF4-FFF2-40B4-BE49-F238E27FC236}">
                <a16:creationId xmlns:a16="http://schemas.microsoft.com/office/drawing/2014/main" id="{B26847F7-BAAC-4F5F-C73B-C98C0D60D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370753" y="-532724"/>
            <a:ext cx="477695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LEFT MARGIN</a:t>
            </a:r>
          </a:p>
        </p:txBody>
      </p:sp>
      <p:sp>
        <p:nvSpPr>
          <p:cNvPr id="28" name="1/4">
            <a:extLst>
              <a:ext uri="{FF2B5EF4-FFF2-40B4-BE49-F238E27FC236}">
                <a16:creationId xmlns:a16="http://schemas.microsoft.com/office/drawing/2014/main" id="{C37489DE-748C-5EF5-A2DC-16A403A0A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1314721" y="-532724"/>
            <a:ext cx="530594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600">
                <a:solidFill>
                  <a:schemeClr val="bg1">
                    <a:lumMod val="65000"/>
                  </a:schemeClr>
                </a:solidFill>
                <a:latin typeface="+mj-lt"/>
              </a:rPr>
              <a:t>RIGHT MARGIN</a:t>
            </a:r>
          </a:p>
        </p:txBody>
      </p:sp>
      <p:pic>
        <p:nvPicPr>
          <p:cNvPr id="21" name="Picture 20" descr="A red and black number&#10;&#10;Description automatically generated">
            <a:extLst>
              <a:ext uri="{FF2B5EF4-FFF2-40B4-BE49-F238E27FC236}">
                <a16:creationId xmlns:a16="http://schemas.microsoft.com/office/drawing/2014/main" id="{90D99A4A-A7D4-0CC7-5FD2-1E4A30D358E9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518398"/>
            <a:ext cx="603504" cy="14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3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563" indent="-1825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2588" indent="-157163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81025" indent="-1428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69925" indent="-12382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46138" indent="-130175" algn="l" defTabSz="9144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SzPct val="70000"/>
        <a:buFont typeface="Wingdings" panose="05000000000000000000" pitchFamily="2" charset="2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0">
          <p15:clr>
            <a:srgbClr val="A4A3A4"/>
          </p15:clr>
        </p15:guide>
        <p15:guide id="2" pos="384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398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18" Type="http://schemas.openxmlformats.org/officeDocument/2006/relationships/image" Target="../media/image18.svg"/><Relationship Id="rId3" Type="http://schemas.openxmlformats.org/officeDocument/2006/relationships/image" Target="../media/image3.svg"/><Relationship Id="rId21" Type="http://schemas.openxmlformats.org/officeDocument/2006/relationships/image" Target="../media/image21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image" Target="../media/image1.pn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Relationship Id="rId22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A53AB531-2A48-9FB9-397E-48CB734CBD6B}"/>
              </a:ext>
            </a:extLst>
          </p:cNvPr>
          <p:cNvSpPr/>
          <p:nvPr/>
        </p:nvSpPr>
        <p:spPr>
          <a:xfrm>
            <a:off x="4805363" y="2800350"/>
            <a:ext cx="2538412" cy="2166938"/>
          </a:xfrm>
          <a:custGeom>
            <a:avLst/>
            <a:gdLst>
              <a:gd name="csX0" fmla="*/ 0 w 2538412"/>
              <a:gd name="csY0" fmla="*/ 100550 h 2171700"/>
              <a:gd name="csX1" fmla="*/ 100550 w 2538412"/>
              <a:gd name="csY1" fmla="*/ 0 h 2171700"/>
              <a:gd name="csX2" fmla="*/ 2437862 w 2538412"/>
              <a:gd name="csY2" fmla="*/ 0 h 2171700"/>
              <a:gd name="csX3" fmla="*/ 2538412 w 2538412"/>
              <a:gd name="csY3" fmla="*/ 100550 h 2171700"/>
              <a:gd name="csX4" fmla="*/ 2538412 w 2538412"/>
              <a:gd name="csY4" fmla="*/ 2071150 h 2171700"/>
              <a:gd name="csX5" fmla="*/ 2437862 w 2538412"/>
              <a:gd name="csY5" fmla="*/ 2171700 h 2171700"/>
              <a:gd name="csX6" fmla="*/ 100550 w 2538412"/>
              <a:gd name="csY6" fmla="*/ 2171700 h 2171700"/>
              <a:gd name="csX7" fmla="*/ 0 w 2538412"/>
              <a:gd name="csY7" fmla="*/ 2071150 h 2171700"/>
              <a:gd name="csX8" fmla="*/ 0 w 2538412"/>
              <a:gd name="csY8" fmla="*/ 100550 h 2171700"/>
              <a:gd name="csX0" fmla="*/ 0 w 2538412"/>
              <a:gd name="csY0" fmla="*/ 184655 h 2255805"/>
              <a:gd name="csX1" fmla="*/ 2437862 w 2538412"/>
              <a:gd name="csY1" fmla="*/ 84105 h 2255805"/>
              <a:gd name="csX2" fmla="*/ 2538412 w 2538412"/>
              <a:gd name="csY2" fmla="*/ 184655 h 2255805"/>
              <a:gd name="csX3" fmla="*/ 2538412 w 2538412"/>
              <a:gd name="csY3" fmla="*/ 2155255 h 2255805"/>
              <a:gd name="csX4" fmla="*/ 2437862 w 2538412"/>
              <a:gd name="csY4" fmla="*/ 2255805 h 2255805"/>
              <a:gd name="csX5" fmla="*/ 100550 w 2538412"/>
              <a:gd name="csY5" fmla="*/ 2255805 h 2255805"/>
              <a:gd name="csX6" fmla="*/ 0 w 2538412"/>
              <a:gd name="csY6" fmla="*/ 2155255 h 2255805"/>
              <a:gd name="csX7" fmla="*/ 0 w 2538412"/>
              <a:gd name="csY7" fmla="*/ 184655 h 2255805"/>
              <a:gd name="csX0" fmla="*/ 0 w 2538412"/>
              <a:gd name="csY0" fmla="*/ 246324 h 2317474"/>
              <a:gd name="csX1" fmla="*/ 2538412 w 2538412"/>
              <a:gd name="csY1" fmla="*/ 246324 h 2317474"/>
              <a:gd name="csX2" fmla="*/ 2538412 w 2538412"/>
              <a:gd name="csY2" fmla="*/ 2216924 h 2317474"/>
              <a:gd name="csX3" fmla="*/ 2437862 w 2538412"/>
              <a:gd name="csY3" fmla="*/ 2317474 h 2317474"/>
              <a:gd name="csX4" fmla="*/ 100550 w 2538412"/>
              <a:gd name="csY4" fmla="*/ 2317474 h 2317474"/>
              <a:gd name="csX5" fmla="*/ 0 w 2538412"/>
              <a:gd name="csY5" fmla="*/ 2216924 h 2317474"/>
              <a:gd name="csX6" fmla="*/ 0 w 2538412"/>
              <a:gd name="csY6" fmla="*/ 246324 h 2317474"/>
              <a:gd name="csX0" fmla="*/ 0 w 2538412"/>
              <a:gd name="csY0" fmla="*/ 328538 h 2399688"/>
              <a:gd name="csX1" fmla="*/ 2538412 w 2538412"/>
              <a:gd name="csY1" fmla="*/ 328538 h 2399688"/>
              <a:gd name="csX2" fmla="*/ 2538412 w 2538412"/>
              <a:gd name="csY2" fmla="*/ 2299138 h 2399688"/>
              <a:gd name="csX3" fmla="*/ 2437862 w 2538412"/>
              <a:gd name="csY3" fmla="*/ 2399688 h 2399688"/>
              <a:gd name="csX4" fmla="*/ 100550 w 2538412"/>
              <a:gd name="csY4" fmla="*/ 2399688 h 2399688"/>
              <a:gd name="csX5" fmla="*/ 0 w 2538412"/>
              <a:gd name="csY5" fmla="*/ 2299138 h 2399688"/>
              <a:gd name="csX6" fmla="*/ 0 w 2538412"/>
              <a:gd name="csY6" fmla="*/ 328538 h 2399688"/>
              <a:gd name="csX0" fmla="*/ 0 w 2538412"/>
              <a:gd name="csY0" fmla="*/ 328538 h 2399688"/>
              <a:gd name="csX1" fmla="*/ 2538412 w 2538412"/>
              <a:gd name="csY1" fmla="*/ 328538 h 2399688"/>
              <a:gd name="csX2" fmla="*/ 2538412 w 2538412"/>
              <a:gd name="csY2" fmla="*/ 2299138 h 2399688"/>
              <a:gd name="csX3" fmla="*/ 2437862 w 2538412"/>
              <a:gd name="csY3" fmla="*/ 2399688 h 2399688"/>
              <a:gd name="csX4" fmla="*/ 100550 w 2538412"/>
              <a:gd name="csY4" fmla="*/ 2399688 h 2399688"/>
              <a:gd name="csX5" fmla="*/ 0 w 2538412"/>
              <a:gd name="csY5" fmla="*/ 2299138 h 2399688"/>
              <a:gd name="csX6" fmla="*/ 0 w 2538412"/>
              <a:gd name="csY6" fmla="*/ 328538 h 2399688"/>
              <a:gd name="csX0" fmla="*/ 0 w 2538412"/>
              <a:gd name="csY0" fmla="*/ 328538 h 2399688"/>
              <a:gd name="csX1" fmla="*/ 2538412 w 2538412"/>
              <a:gd name="csY1" fmla="*/ 328538 h 2399688"/>
              <a:gd name="csX2" fmla="*/ 2538412 w 2538412"/>
              <a:gd name="csY2" fmla="*/ 2299138 h 2399688"/>
              <a:gd name="csX3" fmla="*/ 2437862 w 2538412"/>
              <a:gd name="csY3" fmla="*/ 2399688 h 2399688"/>
              <a:gd name="csX4" fmla="*/ 100550 w 2538412"/>
              <a:gd name="csY4" fmla="*/ 2399688 h 2399688"/>
              <a:gd name="csX5" fmla="*/ 0 w 2538412"/>
              <a:gd name="csY5" fmla="*/ 2299138 h 2399688"/>
              <a:gd name="csX6" fmla="*/ 0 w 2538412"/>
              <a:gd name="csY6" fmla="*/ 328538 h 2399688"/>
              <a:gd name="csX0" fmla="*/ 0 w 2538412"/>
              <a:gd name="csY0" fmla="*/ 145971 h 2217121"/>
              <a:gd name="csX1" fmla="*/ 2538412 w 2538412"/>
              <a:gd name="csY1" fmla="*/ 145971 h 2217121"/>
              <a:gd name="csX2" fmla="*/ 2538412 w 2538412"/>
              <a:gd name="csY2" fmla="*/ 2116571 h 2217121"/>
              <a:gd name="csX3" fmla="*/ 2437862 w 2538412"/>
              <a:gd name="csY3" fmla="*/ 2217121 h 2217121"/>
              <a:gd name="csX4" fmla="*/ 100550 w 2538412"/>
              <a:gd name="csY4" fmla="*/ 2217121 h 2217121"/>
              <a:gd name="csX5" fmla="*/ 0 w 2538412"/>
              <a:gd name="csY5" fmla="*/ 2116571 h 2217121"/>
              <a:gd name="csX6" fmla="*/ 0 w 2538412"/>
              <a:gd name="csY6" fmla="*/ 145971 h 2217121"/>
              <a:gd name="csX0" fmla="*/ 0 w 2538412"/>
              <a:gd name="csY0" fmla="*/ 0 h 2071150"/>
              <a:gd name="csX1" fmla="*/ 2538412 w 2538412"/>
              <a:gd name="csY1" fmla="*/ 0 h 2071150"/>
              <a:gd name="csX2" fmla="*/ 2538412 w 2538412"/>
              <a:gd name="csY2" fmla="*/ 1970600 h 2071150"/>
              <a:gd name="csX3" fmla="*/ 2437862 w 2538412"/>
              <a:gd name="csY3" fmla="*/ 2071150 h 2071150"/>
              <a:gd name="csX4" fmla="*/ 100550 w 2538412"/>
              <a:gd name="csY4" fmla="*/ 2071150 h 2071150"/>
              <a:gd name="csX5" fmla="*/ 0 w 2538412"/>
              <a:gd name="csY5" fmla="*/ 1970600 h 2071150"/>
              <a:gd name="csX6" fmla="*/ 0 w 2538412"/>
              <a:gd name="csY6" fmla="*/ 0 h 2071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538412" h="2071150">
                <a:moveTo>
                  <a:pt x="0" y="0"/>
                </a:moveTo>
                <a:lnTo>
                  <a:pt x="2538412" y="0"/>
                </a:lnTo>
                <a:lnTo>
                  <a:pt x="2538412" y="1970600"/>
                </a:lnTo>
                <a:cubicBezTo>
                  <a:pt x="2538412" y="2026132"/>
                  <a:pt x="2493394" y="2071150"/>
                  <a:pt x="2437862" y="2071150"/>
                </a:cubicBezTo>
                <a:lnTo>
                  <a:pt x="100550" y="2071150"/>
                </a:lnTo>
                <a:cubicBezTo>
                  <a:pt x="45018" y="2071150"/>
                  <a:pt x="0" y="2026132"/>
                  <a:pt x="0" y="1970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E8EDFE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7" name="Picture 6" descr="A red and black number&#10;&#10;Description automatically generated">
            <a:extLst>
              <a:ext uri="{FF2B5EF4-FFF2-40B4-BE49-F238E27FC236}">
                <a16:creationId xmlns:a16="http://schemas.microsoft.com/office/drawing/2014/main" id="{FE75F1FC-F34B-4AF8-4719-4DCE8DAD6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62" y="245150"/>
            <a:ext cx="734368" cy="1774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7942E1-4536-0846-E705-8F3F84F4C564}"/>
              </a:ext>
            </a:extLst>
          </p:cNvPr>
          <p:cNvSpPr txBox="1"/>
          <p:nvPr/>
        </p:nvSpPr>
        <p:spPr>
          <a:xfrm>
            <a:off x="2453113" y="-18915"/>
            <a:ext cx="7987187" cy="3736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dirty="0">
                <a:latin typeface="+mj-lt"/>
              </a:rPr>
              <a:t>ADOBE.COM GLOBAL WEB PRODUCTION – AI-ASSISTED OPERATING MODEL</a:t>
            </a:r>
            <a:endParaRPr lang="en-IN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DF49A-1BE1-C96E-594B-AFD6F068AA29}"/>
              </a:ext>
            </a:extLst>
          </p:cNvPr>
          <p:cNvSpPr txBox="1"/>
          <p:nvPr/>
        </p:nvSpPr>
        <p:spPr>
          <a:xfrm>
            <a:off x="5014583" y="201799"/>
            <a:ext cx="2864246" cy="279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1200" dirty="0"/>
              <a:t>End-to-End Ecosystem Architecture Canvas</a:t>
            </a:r>
            <a:endParaRPr lang="en-IN" sz="1200" dirty="0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54549CEC-4F82-0383-0F82-4B985314B174}"/>
              </a:ext>
            </a:extLst>
          </p:cNvPr>
          <p:cNvGrpSpPr/>
          <p:nvPr/>
        </p:nvGrpSpPr>
        <p:grpSpPr>
          <a:xfrm>
            <a:off x="1406284" y="460353"/>
            <a:ext cx="10675649" cy="679009"/>
            <a:chOff x="1406284" y="460353"/>
            <a:chExt cx="10675649" cy="679009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0C1D4E5-E74B-E615-806F-1FB31742A06C}"/>
                </a:ext>
              </a:extLst>
            </p:cNvPr>
            <p:cNvGrpSpPr/>
            <p:nvPr/>
          </p:nvGrpSpPr>
          <p:grpSpPr>
            <a:xfrm>
              <a:off x="1406284" y="460353"/>
              <a:ext cx="1828800" cy="655847"/>
              <a:chOff x="1406284" y="460353"/>
              <a:chExt cx="1828800" cy="655847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753BEF5-18EF-F7AC-6FC8-6CA815B00465}"/>
                  </a:ext>
                </a:extLst>
              </p:cNvPr>
              <p:cNvSpPr/>
              <p:nvPr/>
            </p:nvSpPr>
            <p:spPr>
              <a:xfrm>
                <a:off x="1406284" y="460354"/>
                <a:ext cx="1828800" cy="655846"/>
              </a:xfrm>
              <a:prstGeom prst="roundRect">
                <a:avLst>
                  <a:gd name="adj" fmla="val 5128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18" name="Graphic 17" descr="Bullseye with solid fill">
                <a:extLst>
                  <a:ext uri="{FF2B5EF4-FFF2-40B4-BE49-F238E27FC236}">
                    <a16:creationId xmlns:a16="http://schemas.microsoft.com/office/drawing/2014/main" id="{85285C4B-BDD8-A604-6D14-E1DDC2ADA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470399" y="500456"/>
                <a:ext cx="137160" cy="13716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E8171ED-60FD-9A2E-416B-7CE445B7DE50}"/>
                  </a:ext>
                </a:extLst>
              </p:cNvPr>
              <p:cNvSpPr txBox="1"/>
              <p:nvPr/>
            </p:nvSpPr>
            <p:spPr>
              <a:xfrm>
                <a:off x="1540036" y="460353"/>
                <a:ext cx="567784" cy="217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800" b="1" dirty="0">
                    <a:latin typeface="Adobe Clean" panose="020B0503020404020204" pitchFamily="34" charset="0"/>
                  </a:rPr>
                  <a:t>MISSION</a:t>
                </a:r>
                <a:endParaRPr lang="en-IN" sz="1100" b="1" dirty="0">
                  <a:latin typeface="Adobe Clean" panose="020B050302040402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C1AAE44-FB23-CBB8-B8B6-4B6434BA014F}"/>
                  </a:ext>
                </a:extLst>
              </p:cNvPr>
              <p:cNvSpPr txBox="1"/>
              <p:nvPr/>
            </p:nvSpPr>
            <p:spPr>
              <a:xfrm>
                <a:off x="1409076" y="670400"/>
                <a:ext cx="1821487" cy="4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700" dirty="0"/>
                  <a:t>Delivering exceptional digital experiences on Adobe.com at global scale with speed, quality and consistency</a:t>
                </a:r>
                <a:endParaRPr lang="en-IN" sz="700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4F3E06EF-76A9-8251-458F-E5595D3E7AD7}"/>
                </a:ext>
              </a:extLst>
            </p:cNvPr>
            <p:cNvGrpSpPr/>
            <p:nvPr/>
          </p:nvGrpSpPr>
          <p:grpSpPr>
            <a:xfrm>
              <a:off x="5778592" y="460353"/>
              <a:ext cx="1830522" cy="655847"/>
              <a:chOff x="3358909" y="468290"/>
              <a:chExt cx="1830522" cy="655847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F09B6EA9-C372-AE5E-9400-AB814CC837DB}"/>
                  </a:ext>
                </a:extLst>
              </p:cNvPr>
              <p:cNvSpPr/>
              <p:nvPr/>
            </p:nvSpPr>
            <p:spPr>
              <a:xfrm>
                <a:off x="3358909" y="468291"/>
                <a:ext cx="1830522" cy="655846"/>
              </a:xfrm>
              <a:prstGeom prst="roundRect">
                <a:avLst>
                  <a:gd name="adj" fmla="val 5128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262F980-0546-194F-4F9A-DECC507B1B65}"/>
                  </a:ext>
                </a:extLst>
              </p:cNvPr>
              <p:cNvSpPr txBox="1"/>
              <p:nvPr/>
            </p:nvSpPr>
            <p:spPr>
              <a:xfrm>
                <a:off x="3521576" y="468290"/>
                <a:ext cx="607859" cy="217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800" b="1" dirty="0">
                    <a:latin typeface="Adobe Clean" panose="020B0503020404020204" pitchFamily="34" charset="0"/>
                  </a:rPr>
                  <a:t>AI VISION</a:t>
                </a:r>
                <a:endParaRPr lang="en-IN" sz="800" b="1" dirty="0">
                  <a:latin typeface="Adobe Clean" panose="020B050302040402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EA5D41-38F8-7461-3CFE-755389843EBA}"/>
                  </a:ext>
                </a:extLst>
              </p:cNvPr>
              <p:cNvSpPr txBox="1"/>
              <p:nvPr/>
            </p:nvSpPr>
            <p:spPr>
              <a:xfrm>
                <a:off x="3361701" y="678337"/>
                <a:ext cx="1816888" cy="4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700" dirty="0"/>
                  <a:t>An intelligent, self-sufficient platform that orchestrates end-to-end web production with minimal human intervention</a:t>
                </a:r>
                <a:endParaRPr lang="en-IN" sz="700" dirty="0"/>
              </a:p>
            </p:txBody>
          </p:sp>
          <p:pic>
            <p:nvPicPr>
              <p:cNvPr id="33" name="Graphic 32">
                <a:extLst>
                  <a:ext uri="{FF2B5EF4-FFF2-40B4-BE49-F238E27FC236}">
                    <a16:creationId xmlns:a16="http://schemas.microsoft.com/office/drawing/2014/main" id="{1E61F32A-FD55-8D3A-462F-FBC58797A4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/>
              <a:stretch/>
            </p:blipFill>
            <p:spPr>
              <a:xfrm>
                <a:off x="3448576" y="508393"/>
                <a:ext cx="137160" cy="137160"/>
              </a:xfrm>
              <a:prstGeom prst="rect">
                <a:avLst/>
              </a:prstGeom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0BF179-BC8F-D6D8-1D70-6296461150FB}"/>
                </a:ext>
              </a:extLst>
            </p:cNvPr>
            <p:cNvGrpSpPr/>
            <p:nvPr/>
          </p:nvGrpSpPr>
          <p:grpSpPr>
            <a:xfrm>
              <a:off x="7759295" y="460353"/>
              <a:ext cx="2440725" cy="655847"/>
              <a:chOff x="3358908" y="468290"/>
              <a:chExt cx="2440725" cy="655847"/>
            </a:xfrm>
          </p:grpSpPr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A542AC4-C970-5722-9E4B-8C43ECEDB0B7}"/>
                  </a:ext>
                </a:extLst>
              </p:cNvPr>
              <p:cNvSpPr/>
              <p:nvPr/>
            </p:nvSpPr>
            <p:spPr>
              <a:xfrm>
                <a:off x="3358908" y="468291"/>
                <a:ext cx="2440725" cy="655846"/>
              </a:xfrm>
              <a:prstGeom prst="roundRect">
                <a:avLst>
                  <a:gd name="adj" fmla="val 5128"/>
                </a:avLst>
              </a:prstGeom>
              <a:solidFill>
                <a:srgbClr val="FDF9E3"/>
              </a:solidFill>
              <a:ln>
                <a:solidFill>
                  <a:srgbClr val="E9C61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2F34D99-4EB2-22BF-F706-77C366B0AAD0}"/>
                  </a:ext>
                </a:extLst>
              </p:cNvPr>
              <p:cNvSpPr txBox="1"/>
              <p:nvPr/>
            </p:nvSpPr>
            <p:spPr>
              <a:xfrm>
                <a:off x="3525191" y="468290"/>
                <a:ext cx="1103187" cy="217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800" b="1" dirty="0">
                    <a:latin typeface="Adobe Clean" panose="020B0503020404020204" pitchFamily="34" charset="0"/>
                  </a:rPr>
                  <a:t>BUSINESS OUTCOME</a:t>
                </a:r>
                <a:endParaRPr lang="en-IN" sz="800" b="1" dirty="0">
                  <a:latin typeface="Adobe Clean" panose="020B0503020404020204" pitchFamily="34" charset="0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9CF8927-62F6-56F9-1200-0C73B81A78D6}"/>
                  </a:ext>
                </a:extLst>
              </p:cNvPr>
              <p:cNvSpPr txBox="1"/>
              <p:nvPr/>
            </p:nvSpPr>
            <p:spPr>
              <a:xfrm>
                <a:off x="3361700" y="674720"/>
                <a:ext cx="2434319" cy="4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en-US" sz="700" dirty="0"/>
                  <a:t>50-70% reduction in manual effort  |  Faster time to market</a:t>
                </a:r>
              </a:p>
              <a:p>
                <a:pPr algn="l">
                  <a:lnSpc>
                    <a:spcPct val="110000"/>
                  </a:lnSpc>
                </a:pPr>
                <a:r>
                  <a:rPr lang="en-US" sz="700" dirty="0"/>
                  <a:t>Consistent quality &amp; governance  |  Scalable global operations</a:t>
                </a:r>
              </a:p>
              <a:p>
                <a:pPr algn="l">
                  <a:lnSpc>
                    <a:spcPct val="110000"/>
                  </a:lnSpc>
                </a:pPr>
                <a:r>
                  <a:rPr lang="en-US" sz="700" dirty="0"/>
                  <a:t>Data-driven insights and continuous improvements</a:t>
                </a:r>
                <a:endParaRPr lang="en-IN" sz="700" dirty="0"/>
              </a:p>
            </p:txBody>
          </p:sp>
          <p:pic>
            <p:nvPicPr>
              <p:cNvPr id="40" name="Graphic 39" descr="Trophy with solid fill">
                <a:extLst>
                  <a:ext uri="{FF2B5EF4-FFF2-40B4-BE49-F238E27FC236}">
                    <a16:creationId xmlns:a16="http://schemas.microsoft.com/office/drawing/2014/main" id="{72306A9A-B49B-E75F-9CEB-062F8AFF0A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>
              <a:xfrm>
                <a:off x="3448576" y="508393"/>
                <a:ext cx="137160" cy="137160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FD824C7-3957-CBD7-0857-FEAE2A28C202}"/>
                </a:ext>
              </a:extLst>
            </p:cNvPr>
            <p:cNvGrpSpPr/>
            <p:nvPr/>
          </p:nvGrpSpPr>
          <p:grpSpPr>
            <a:xfrm>
              <a:off x="10350199" y="460353"/>
              <a:ext cx="1731734" cy="655847"/>
              <a:chOff x="3358909" y="468290"/>
              <a:chExt cx="1731734" cy="655847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AB9DD408-5395-B61D-99E7-097E4375E7E8}"/>
                  </a:ext>
                </a:extLst>
              </p:cNvPr>
              <p:cNvSpPr/>
              <p:nvPr/>
            </p:nvSpPr>
            <p:spPr>
              <a:xfrm>
                <a:off x="3358909" y="468291"/>
                <a:ext cx="1731734" cy="655846"/>
              </a:xfrm>
              <a:prstGeom prst="roundRect">
                <a:avLst>
                  <a:gd name="adj" fmla="val 5128"/>
                </a:avLst>
              </a:prstGeom>
              <a:solidFill>
                <a:srgbClr val="FDF9E3"/>
              </a:solidFill>
              <a:ln>
                <a:solidFill>
                  <a:srgbClr val="E9C61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6D3F0B5-A92F-2B80-15C3-05440017BD85}"/>
                  </a:ext>
                </a:extLst>
              </p:cNvPr>
              <p:cNvSpPr txBox="1"/>
              <p:nvPr/>
            </p:nvSpPr>
            <p:spPr>
              <a:xfrm>
                <a:off x="3521576" y="468290"/>
                <a:ext cx="742511" cy="217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800" b="1" dirty="0">
                    <a:latin typeface="Adobe Clean" panose="020B0503020404020204" pitchFamily="34" charset="0"/>
                  </a:rPr>
                  <a:t>NORTHSTAR</a:t>
                </a:r>
                <a:endParaRPr lang="en-IN" sz="800" b="1" dirty="0">
                  <a:latin typeface="Adobe Clean" panose="020B0503020404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10C0B5-F94C-6774-812B-A75149062C2D}"/>
                  </a:ext>
                </a:extLst>
              </p:cNvPr>
              <p:cNvSpPr txBox="1"/>
              <p:nvPr/>
            </p:nvSpPr>
            <p:spPr>
              <a:xfrm>
                <a:off x="3361701" y="678337"/>
                <a:ext cx="1725328" cy="438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700" dirty="0"/>
                  <a:t>AI-driven intelligent web production platform that learns, adapts and delivers at global scale.</a:t>
                </a:r>
                <a:endParaRPr lang="en-IN" sz="700" dirty="0"/>
              </a:p>
            </p:txBody>
          </p:sp>
          <p:pic>
            <p:nvPicPr>
              <p:cNvPr id="45" name="Graphic 44" descr="Star with solid fill">
                <a:extLst>
                  <a:ext uri="{FF2B5EF4-FFF2-40B4-BE49-F238E27FC236}">
                    <a16:creationId xmlns:a16="http://schemas.microsoft.com/office/drawing/2014/main" id="{79456083-7D79-FC7A-9EE9-20FF858CF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3448576" y="508393"/>
                <a:ext cx="137160" cy="137160"/>
              </a:xfrm>
              <a:prstGeom prst="rect">
                <a:avLst/>
              </a:prstGeom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4B52974-E228-DBE0-0B3A-D3828A376C96}"/>
                </a:ext>
              </a:extLst>
            </p:cNvPr>
            <p:cNvGrpSpPr/>
            <p:nvPr/>
          </p:nvGrpSpPr>
          <p:grpSpPr>
            <a:xfrm>
              <a:off x="3385265" y="460353"/>
              <a:ext cx="2243146" cy="679009"/>
              <a:chOff x="3358909" y="468290"/>
              <a:chExt cx="2243146" cy="679009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6C389ECF-42BE-B0A7-D1C1-3069C2FBC632}"/>
                  </a:ext>
                </a:extLst>
              </p:cNvPr>
              <p:cNvSpPr/>
              <p:nvPr/>
            </p:nvSpPr>
            <p:spPr>
              <a:xfrm>
                <a:off x="3358909" y="468291"/>
                <a:ext cx="2243146" cy="655846"/>
              </a:xfrm>
              <a:prstGeom prst="roundRect">
                <a:avLst>
                  <a:gd name="adj" fmla="val 5128"/>
                </a:avLst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4DC58C-3B83-8709-E8C5-52B27B7BA701}"/>
                  </a:ext>
                </a:extLst>
              </p:cNvPr>
              <p:cNvSpPr txBox="1"/>
              <p:nvPr/>
            </p:nvSpPr>
            <p:spPr>
              <a:xfrm>
                <a:off x="3532419" y="468290"/>
                <a:ext cx="1225015" cy="217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800" b="1" dirty="0">
                    <a:latin typeface="Adobe Clean" panose="020B0503020404020204" pitchFamily="34" charset="0"/>
                  </a:rPr>
                  <a:t>CURRENT CHALLENGES</a:t>
                </a:r>
                <a:endParaRPr lang="en-IN" sz="800" b="1" dirty="0">
                  <a:latin typeface="Adobe Clean" panose="020B0503020404020204" pitchFamily="34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172BC9A-8D53-CE59-87E5-A077345273C7}"/>
                  </a:ext>
                </a:extLst>
              </p:cNvPr>
              <p:cNvSpPr txBox="1"/>
              <p:nvPr/>
            </p:nvSpPr>
            <p:spPr>
              <a:xfrm>
                <a:off x="3361701" y="590095"/>
                <a:ext cx="2229512" cy="557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indent="-91440">
                  <a:lnSpc>
                    <a:spcPct val="110000"/>
                  </a:lnSpc>
                  <a:buFont typeface="Adobe Clean" panose="020B0503020404020204" pitchFamily="34" charset="0"/>
                  <a:buChar char="‐"/>
                  <a:defRPr sz="500"/>
                </a:lvl1pPr>
              </a:lstStyle>
              <a:p>
                <a:pPr indent="0">
                  <a:buNone/>
                </a:pPr>
                <a:r>
                  <a:rPr lang="en-US" sz="700" dirty="0"/>
                  <a:t>High manual effort &amp; human dependency</a:t>
                </a:r>
              </a:p>
              <a:p>
                <a:pPr indent="0">
                  <a:buNone/>
                </a:pPr>
                <a:r>
                  <a:rPr lang="en-US" sz="700" dirty="0"/>
                  <a:t>Siloed systems and fragmented workflows</a:t>
                </a:r>
              </a:p>
              <a:p>
                <a:pPr indent="0">
                  <a:buNone/>
                </a:pPr>
                <a:r>
                  <a:rPr lang="en-US" sz="700" dirty="0"/>
                  <a:t>Knowledge scattered &amp; long cycle time for page delivery</a:t>
                </a:r>
              </a:p>
              <a:p>
                <a:pPr indent="0">
                  <a:buNone/>
                </a:pPr>
                <a:r>
                  <a:rPr lang="en-US" sz="700" dirty="0"/>
                  <a:t>Inconsistent quality and governance</a:t>
                </a:r>
                <a:endParaRPr lang="en-IN" sz="700" dirty="0"/>
              </a:p>
            </p:txBody>
          </p:sp>
          <p:pic>
            <p:nvPicPr>
              <p:cNvPr id="50" name="Graphic 49" descr="Climbing with solid fill">
                <a:extLst>
                  <a:ext uri="{FF2B5EF4-FFF2-40B4-BE49-F238E27FC236}">
                    <a16:creationId xmlns:a16="http://schemas.microsoft.com/office/drawing/2014/main" id="{E1085A41-24EE-BB12-EF3A-6EC70E666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448576" y="508393"/>
                <a:ext cx="137160" cy="13716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EFCDA15-CBE7-1B9D-AED9-E37AB53C18B2}"/>
              </a:ext>
            </a:extLst>
          </p:cNvPr>
          <p:cNvGrpSpPr/>
          <p:nvPr/>
        </p:nvGrpSpPr>
        <p:grpSpPr>
          <a:xfrm>
            <a:off x="211930" y="5031581"/>
            <a:ext cx="11860478" cy="664369"/>
            <a:chOff x="221455" y="1164431"/>
            <a:chExt cx="11860478" cy="428625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83120EF-E088-CAF9-DA74-581AA9F0AA6B}"/>
                </a:ext>
              </a:extLst>
            </p:cNvPr>
            <p:cNvSpPr/>
            <p:nvPr/>
          </p:nvSpPr>
          <p:spPr>
            <a:xfrm>
              <a:off x="225425" y="1166812"/>
              <a:ext cx="11856508" cy="4238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4" name="Rectangle: Rounded Corners 53">
              <a:extLst>
                <a:ext uri="{FF2B5EF4-FFF2-40B4-BE49-F238E27FC236}">
                  <a16:creationId xmlns:a16="http://schemas.microsoft.com/office/drawing/2014/main" id="{A161D5E2-B771-2B41-5A61-13C8C786A0E3}"/>
                </a:ext>
              </a:extLst>
            </p:cNvPr>
            <p:cNvSpPr/>
            <p:nvPr/>
          </p:nvSpPr>
          <p:spPr>
            <a:xfrm>
              <a:off x="221455" y="1164431"/>
              <a:ext cx="978845" cy="428625"/>
            </a:xfrm>
            <a:custGeom>
              <a:avLst/>
              <a:gdLst>
                <a:gd name="csX0" fmla="*/ 0 w 1057275"/>
                <a:gd name="csY0" fmla="*/ 78430 h 428625"/>
                <a:gd name="csX1" fmla="*/ 78430 w 1057275"/>
                <a:gd name="csY1" fmla="*/ 0 h 428625"/>
                <a:gd name="csX2" fmla="*/ 978845 w 1057275"/>
                <a:gd name="csY2" fmla="*/ 0 h 428625"/>
                <a:gd name="csX3" fmla="*/ 1057275 w 1057275"/>
                <a:gd name="csY3" fmla="*/ 78430 h 428625"/>
                <a:gd name="csX4" fmla="*/ 1057275 w 1057275"/>
                <a:gd name="csY4" fmla="*/ 350195 h 428625"/>
                <a:gd name="csX5" fmla="*/ 978845 w 1057275"/>
                <a:gd name="csY5" fmla="*/ 428625 h 428625"/>
                <a:gd name="csX6" fmla="*/ 78430 w 1057275"/>
                <a:gd name="csY6" fmla="*/ 428625 h 428625"/>
                <a:gd name="csX7" fmla="*/ 0 w 1057275"/>
                <a:gd name="csY7" fmla="*/ 350195 h 428625"/>
                <a:gd name="csX8" fmla="*/ 0 w 1057275"/>
                <a:gd name="csY8" fmla="*/ 78430 h 428625"/>
                <a:gd name="csX0" fmla="*/ 0 w 1079260"/>
                <a:gd name="csY0" fmla="*/ 78430 h 428625"/>
                <a:gd name="csX1" fmla="*/ 78430 w 1079260"/>
                <a:gd name="csY1" fmla="*/ 0 h 428625"/>
                <a:gd name="csX2" fmla="*/ 978845 w 1079260"/>
                <a:gd name="csY2" fmla="*/ 0 h 428625"/>
                <a:gd name="csX3" fmla="*/ 1057275 w 1079260"/>
                <a:gd name="csY3" fmla="*/ 350195 h 428625"/>
                <a:gd name="csX4" fmla="*/ 978845 w 1079260"/>
                <a:gd name="csY4" fmla="*/ 428625 h 428625"/>
                <a:gd name="csX5" fmla="*/ 78430 w 1079260"/>
                <a:gd name="csY5" fmla="*/ 428625 h 428625"/>
                <a:gd name="csX6" fmla="*/ 0 w 1079260"/>
                <a:gd name="csY6" fmla="*/ 350195 h 428625"/>
                <a:gd name="csX7" fmla="*/ 0 w 1079260"/>
                <a:gd name="csY7" fmla="*/ 78430 h 428625"/>
                <a:gd name="csX0" fmla="*/ 0 w 1091396"/>
                <a:gd name="csY0" fmla="*/ 78430 h 428625"/>
                <a:gd name="csX1" fmla="*/ 78430 w 1091396"/>
                <a:gd name="csY1" fmla="*/ 0 h 428625"/>
                <a:gd name="csX2" fmla="*/ 978845 w 1091396"/>
                <a:gd name="csY2" fmla="*/ 0 h 428625"/>
                <a:gd name="csX3" fmla="*/ 978845 w 1091396"/>
                <a:gd name="csY3" fmla="*/ 428625 h 428625"/>
                <a:gd name="csX4" fmla="*/ 78430 w 1091396"/>
                <a:gd name="csY4" fmla="*/ 428625 h 428625"/>
                <a:gd name="csX5" fmla="*/ 0 w 1091396"/>
                <a:gd name="csY5" fmla="*/ 350195 h 428625"/>
                <a:gd name="csX6" fmla="*/ 0 w 1091396"/>
                <a:gd name="csY6" fmla="*/ 78430 h 428625"/>
                <a:gd name="csX0" fmla="*/ 0 w 1097524"/>
                <a:gd name="csY0" fmla="*/ 78430 h 428625"/>
                <a:gd name="csX1" fmla="*/ 78430 w 1097524"/>
                <a:gd name="csY1" fmla="*/ 0 h 428625"/>
                <a:gd name="csX2" fmla="*/ 978845 w 1097524"/>
                <a:gd name="csY2" fmla="*/ 0 h 428625"/>
                <a:gd name="csX3" fmla="*/ 978845 w 1097524"/>
                <a:gd name="csY3" fmla="*/ 428625 h 428625"/>
                <a:gd name="csX4" fmla="*/ 78430 w 1097524"/>
                <a:gd name="csY4" fmla="*/ 428625 h 428625"/>
                <a:gd name="csX5" fmla="*/ 0 w 1097524"/>
                <a:gd name="csY5" fmla="*/ 350195 h 428625"/>
                <a:gd name="csX6" fmla="*/ 0 w 1097524"/>
                <a:gd name="csY6" fmla="*/ 78430 h 428625"/>
                <a:gd name="csX0" fmla="*/ 0 w 1045542"/>
                <a:gd name="csY0" fmla="*/ 78430 h 428625"/>
                <a:gd name="csX1" fmla="*/ 78430 w 1045542"/>
                <a:gd name="csY1" fmla="*/ 0 h 428625"/>
                <a:gd name="csX2" fmla="*/ 978845 w 1045542"/>
                <a:gd name="csY2" fmla="*/ 0 h 428625"/>
                <a:gd name="csX3" fmla="*/ 978845 w 1045542"/>
                <a:gd name="csY3" fmla="*/ 428625 h 428625"/>
                <a:gd name="csX4" fmla="*/ 78430 w 1045542"/>
                <a:gd name="csY4" fmla="*/ 428625 h 428625"/>
                <a:gd name="csX5" fmla="*/ 0 w 1045542"/>
                <a:gd name="csY5" fmla="*/ 350195 h 428625"/>
                <a:gd name="csX6" fmla="*/ 0 w 1045542"/>
                <a:gd name="csY6" fmla="*/ 78430 h 428625"/>
                <a:gd name="csX0" fmla="*/ 0 w 978845"/>
                <a:gd name="csY0" fmla="*/ 78430 h 428625"/>
                <a:gd name="csX1" fmla="*/ 78430 w 978845"/>
                <a:gd name="csY1" fmla="*/ 0 h 428625"/>
                <a:gd name="csX2" fmla="*/ 978845 w 978845"/>
                <a:gd name="csY2" fmla="*/ 0 h 428625"/>
                <a:gd name="csX3" fmla="*/ 978845 w 978845"/>
                <a:gd name="csY3" fmla="*/ 428625 h 428625"/>
                <a:gd name="csX4" fmla="*/ 78430 w 978845"/>
                <a:gd name="csY4" fmla="*/ 428625 h 428625"/>
                <a:gd name="csX5" fmla="*/ 0 w 978845"/>
                <a:gd name="csY5" fmla="*/ 350195 h 428625"/>
                <a:gd name="csX6" fmla="*/ 0 w 978845"/>
                <a:gd name="csY6" fmla="*/ 7843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78845" h="428625">
                  <a:moveTo>
                    <a:pt x="0" y="78430"/>
                  </a:moveTo>
                  <a:cubicBezTo>
                    <a:pt x="0" y="35114"/>
                    <a:pt x="35114" y="0"/>
                    <a:pt x="78430" y="0"/>
                  </a:cubicBezTo>
                  <a:lnTo>
                    <a:pt x="978845" y="0"/>
                  </a:lnTo>
                  <a:lnTo>
                    <a:pt x="978845" y="428625"/>
                  </a:lnTo>
                  <a:lnTo>
                    <a:pt x="78430" y="428625"/>
                  </a:lnTo>
                  <a:cubicBezTo>
                    <a:pt x="35114" y="428625"/>
                    <a:pt x="0" y="393511"/>
                    <a:pt x="0" y="350195"/>
                  </a:cubicBezTo>
                  <a:lnTo>
                    <a:pt x="0" y="7843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A39E342-2337-FFF4-76EF-DC1EB4340EEE}"/>
              </a:ext>
            </a:extLst>
          </p:cNvPr>
          <p:cNvGrpSpPr/>
          <p:nvPr/>
        </p:nvGrpSpPr>
        <p:grpSpPr>
          <a:xfrm>
            <a:off x="211930" y="5760243"/>
            <a:ext cx="11860478" cy="502444"/>
            <a:chOff x="221455" y="1164431"/>
            <a:chExt cx="11860478" cy="428625"/>
          </a:xfrm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62FEADEE-7876-4320-A38A-AA29285FC560}"/>
                </a:ext>
              </a:extLst>
            </p:cNvPr>
            <p:cNvSpPr/>
            <p:nvPr/>
          </p:nvSpPr>
          <p:spPr>
            <a:xfrm>
              <a:off x="225425" y="1166812"/>
              <a:ext cx="11856508" cy="4238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7" name="Rectangle: Rounded Corners 53">
              <a:extLst>
                <a:ext uri="{FF2B5EF4-FFF2-40B4-BE49-F238E27FC236}">
                  <a16:creationId xmlns:a16="http://schemas.microsoft.com/office/drawing/2014/main" id="{08D598E9-F353-6300-7E03-46F3CCF91374}"/>
                </a:ext>
              </a:extLst>
            </p:cNvPr>
            <p:cNvSpPr/>
            <p:nvPr/>
          </p:nvSpPr>
          <p:spPr>
            <a:xfrm>
              <a:off x="221455" y="1164431"/>
              <a:ext cx="978845" cy="428625"/>
            </a:xfrm>
            <a:custGeom>
              <a:avLst/>
              <a:gdLst>
                <a:gd name="csX0" fmla="*/ 0 w 1057275"/>
                <a:gd name="csY0" fmla="*/ 78430 h 428625"/>
                <a:gd name="csX1" fmla="*/ 78430 w 1057275"/>
                <a:gd name="csY1" fmla="*/ 0 h 428625"/>
                <a:gd name="csX2" fmla="*/ 978845 w 1057275"/>
                <a:gd name="csY2" fmla="*/ 0 h 428625"/>
                <a:gd name="csX3" fmla="*/ 1057275 w 1057275"/>
                <a:gd name="csY3" fmla="*/ 78430 h 428625"/>
                <a:gd name="csX4" fmla="*/ 1057275 w 1057275"/>
                <a:gd name="csY4" fmla="*/ 350195 h 428625"/>
                <a:gd name="csX5" fmla="*/ 978845 w 1057275"/>
                <a:gd name="csY5" fmla="*/ 428625 h 428625"/>
                <a:gd name="csX6" fmla="*/ 78430 w 1057275"/>
                <a:gd name="csY6" fmla="*/ 428625 h 428625"/>
                <a:gd name="csX7" fmla="*/ 0 w 1057275"/>
                <a:gd name="csY7" fmla="*/ 350195 h 428625"/>
                <a:gd name="csX8" fmla="*/ 0 w 1057275"/>
                <a:gd name="csY8" fmla="*/ 78430 h 428625"/>
                <a:gd name="csX0" fmla="*/ 0 w 1079260"/>
                <a:gd name="csY0" fmla="*/ 78430 h 428625"/>
                <a:gd name="csX1" fmla="*/ 78430 w 1079260"/>
                <a:gd name="csY1" fmla="*/ 0 h 428625"/>
                <a:gd name="csX2" fmla="*/ 978845 w 1079260"/>
                <a:gd name="csY2" fmla="*/ 0 h 428625"/>
                <a:gd name="csX3" fmla="*/ 1057275 w 1079260"/>
                <a:gd name="csY3" fmla="*/ 350195 h 428625"/>
                <a:gd name="csX4" fmla="*/ 978845 w 1079260"/>
                <a:gd name="csY4" fmla="*/ 428625 h 428625"/>
                <a:gd name="csX5" fmla="*/ 78430 w 1079260"/>
                <a:gd name="csY5" fmla="*/ 428625 h 428625"/>
                <a:gd name="csX6" fmla="*/ 0 w 1079260"/>
                <a:gd name="csY6" fmla="*/ 350195 h 428625"/>
                <a:gd name="csX7" fmla="*/ 0 w 1079260"/>
                <a:gd name="csY7" fmla="*/ 78430 h 428625"/>
                <a:gd name="csX0" fmla="*/ 0 w 1091396"/>
                <a:gd name="csY0" fmla="*/ 78430 h 428625"/>
                <a:gd name="csX1" fmla="*/ 78430 w 1091396"/>
                <a:gd name="csY1" fmla="*/ 0 h 428625"/>
                <a:gd name="csX2" fmla="*/ 978845 w 1091396"/>
                <a:gd name="csY2" fmla="*/ 0 h 428625"/>
                <a:gd name="csX3" fmla="*/ 978845 w 1091396"/>
                <a:gd name="csY3" fmla="*/ 428625 h 428625"/>
                <a:gd name="csX4" fmla="*/ 78430 w 1091396"/>
                <a:gd name="csY4" fmla="*/ 428625 h 428625"/>
                <a:gd name="csX5" fmla="*/ 0 w 1091396"/>
                <a:gd name="csY5" fmla="*/ 350195 h 428625"/>
                <a:gd name="csX6" fmla="*/ 0 w 1091396"/>
                <a:gd name="csY6" fmla="*/ 78430 h 428625"/>
                <a:gd name="csX0" fmla="*/ 0 w 1097524"/>
                <a:gd name="csY0" fmla="*/ 78430 h 428625"/>
                <a:gd name="csX1" fmla="*/ 78430 w 1097524"/>
                <a:gd name="csY1" fmla="*/ 0 h 428625"/>
                <a:gd name="csX2" fmla="*/ 978845 w 1097524"/>
                <a:gd name="csY2" fmla="*/ 0 h 428625"/>
                <a:gd name="csX3" fmla="*/ 978845 w 1097524"/>
                <a:gd name="csY3" fmla="*/ 428625 h 428625"/>
                <a:gd name="csX4" fmla="*/ 78430 w 1097524"/>
                <a:gd name="csY4" fmla="*/ 428625 h 428625"/>
                <a:gd name="csX5" fmla="*/ 0 w 1097524"/>
                <a:gd name="csY5" fmla="*/ 350195 h 428625"/>
                <a:gd name="csX6" fmla="*/ 0 w 1097524"/>
                <a:gd name="csY6" fmla="*/ 78430 h 428625"/>
                <a:gd name="csX0" fmla="*/ 0 w 1045542"/>
                <a:gd name="csY0" fmla="*/ 78430 h 428625"/>
                <a:gd name="csX1" fmla="*/ 78430 w 1045542"/>
                <a:gd name="csY1" fmla="*/ 0 h 428625"/>
                <a:gd name="csX2" fmla="*/ 978845 w 1045542"/>
                <a:gd name="csY2" fmla="*/ 0 h 428625"/>
                <a:gd name="csX3" fmla="*/ 978845 w 1045542"/>
                <a:gd name="csY3" fmla="*/ 428625 h 428625"/>
                <a:gd name="csX4" fmla="*/ 78430 w 1045542"/>
                <a:gd name="csY4" fmla="*/ 428625 h 428625"/>
                <a:gd name="csX5" fmla="*/ 0 w 1045542"/>
                <a:gd name="csY5" fmla="*/ 350195 h 428625"/>
                <a:gd name="csX6" fmla="*/ 0 w 1045542"/>
                <a:gd name="csY6" fmla="*/ 78430 h 428625"/>
                <a:gd name="csX0" fmla="*/ 0 w 978845"/>
                <a:gd name="csY0" fmla="*/ 78430 h 428625"/>
                <a:gd name="csX1" fmla="*/ 78430 w 978845"/>
                <a:gd name="csY1" fmla="*/ 0 h 428625"/>
                <a:gd name="csX2" fmla="*/ 978845 w 978845"/>
                <a:gd name="csY2" fmla="*/ 0 h 428625"/>
                <a:gd name="csX3" fmla="*/ 978845 w 978845"/>
                <a:gd name="csY3" fmla="*/ 428625 h 428625"/>
                <a:gd name="csX4" fmla="*/ 78430 w 978845"/>
                <a:gd name="csY4" fmla="*/ 428625 h 428625"/>
                <a:gd name="csX5" fmla="*/ 0 w 978845"/>
                <a:gd name="csY5" fmla="*/ 350195 h 428625"/>
                <a:gd name="csX6" fmla="*/ 0 w 978845"/>
                <a:gd name="csY6" fmla="*/ 7843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78845" h="428625">
                  <a:moveTo>
                    <a:pt x="0" y="78430"/>
                  </a:moveTo>
                  <a:cubicBezTo>
                    <a:pt x="0" y="35114"/>
                    <a:pt x="35114" y="0"/>
                    <a:pt x="78430" y="0"/>
                  </a:cubicBezTo>
                  <a:lnTo>
                    <a:pt x="978845" y="0"/>
                  </a:lnTo>
                  <a:lnTo>
                    <a:pt x="978845" y="428625"/>
                  </a:lnTo>
                  <a:lnTo>
                    <a:pt x="78430" y="428625"/>
                  </a:lnTo>
                  <a:cubicBezTo>
                    <a:pt x="35114" y="428625"/>
                    <a:pt x="0" y="393511"/>
                    <a:pt x="0" y="350195"/>
                  </a:cubicBezTo>
                  <a:lnTo>
                    <a:pt x="0" y="7843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5827AEA1-B297-AECA-CB02-6FC7EE0E95E6}"/>
              </a:ext>
            </a:extLst>
          </p:cNvPr>
          <p:cNvGrpSpPr/>
          <p:nvPr/>
        </p:nvGrpSpPr>
        <p:grpSpPr>
          <a:xfrm>
            <a:off x="211930" y="6326981"/>
            <a:ext cx="11860478" cy="428625"/>
            <a:chOff x="221455" y="1164431"/>
            <a:chExt cx="11860478" cy="428625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89F7C45A-90D8-3AD9-BA11-BCAF1B0AEEE6}"/>
                </a:ext>
              </a:extLst>
            </p:cNvPr>
            <p:cNvSpPr/>
            <p:nvPr/>
          </p:nvSpPr>
          <p:spPr>
            <a:xfrm>
              <a:off x="225425" y="1166812"/>
              <a:ext cx="11856508" cy="42386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0" name="Rectangle: Rounded Corners 53">
              <a:extLst>
                <a:ext uri="{FF2B5EF4-FFF2-40B4-BE49-F238E27FC236}">
                  <a16:creationId xmlns:a16="http://schemas.microsoft.com/office/drawing/2014/main" id="{8534E9B5-743D-4A6A-0EC8-02738E51446E}"/>
                </a:ext>
              </a:extLst>
            </p:cNvPr>
            <p:cNvSpPr/>
            <p:nvPr/>
          </p:nvSpPr>
          <p:spPr>
            <a:xfrm>
              <a:off x="221455" y="1164431"/>
              <a:ext cx="978845" cy="428625"/>
            </a:xfrm>
            <a:custGeom>
              <a:avLst/>
              <a:gdLst>
                <a:gd name="csX0" fmla="*/ 0 w 1057275"/>
                <a:gd name="csY0" fmla="*/ 78430 h 428625"/>
                <a:gd name="csX1" fmla="*/ 78430 w 1057275"/>
                <a:gd name="csY1" fmla="*/ 0 h 428625"/>
                <a:gd name="csX2" fmla="*/ 978845 w 1057275"/>
                <a:gd name="csY2" fmla="*/ 0 h 428625"/>
                <a:gd name="csX3" fmla="*/ 1057275 w 1057275"/>
                <a:gd name="csY3" fmla="*/ 78430 h 428625"/>
                <a:gd name="csX4" fmla="*/ 1057275 w 1057275"/>
                <a:gd name="csY4" fmla="*/ 350195 h 428625"/>
                <a:gd name="csX5" fmla="*/ 978845 w 1057275"/>
                <a:gd name="csY5" fmla="*/ 428625 h 428625"/>
                <a:gd name="csX6" fmla="*/ 78430 w 1057275"/>
                <a:gd name="csY6" fmla="*/ 428625 h 428625"/>
                <a:gd name="csX7" fmla="*/ 0 w 1057275"/>
                <a:gd name="csY7" fmla="*/ 350195 h 428625"/>
                <a:gd name="csX8" fmla="*/ 0 w 1057275"/>
                <a:gd name="csY8" fmla="*/ 78430 h 428625"/>
                <a:gd name="csX0" fmla="*/ 0 w 1079260"/>
                <a:gd name="csY0" fmla="*/ 78430 h 428625"/>
                <a:gd name="csX1" fmla="*/ 78430 w 1079260"/>
                <a:gd name="csY1" fmla="*/ 0 h 428625"/>
                <a:gd name="csX2" fmla="*/ 978845 w 1079260"/>
                <a:gd name="csY2" fmla="*/ 0 h 428625"/>
                <a:gd name="csX3" fmla="*/ 1057275 w 1079260"/>
                <a:gd name="csY3" fmla="*/ 350195 h 428625"/>
                <a:gd name="csX4" fmla="*/ 978845 w 1079260"/>
                <a:gd name="csY4" fmla="*/ 428625 h 428625"/>
                <a:gd name="csX5" fmla="*/ 78430 w 1079260"/>
                <a:gd name="csY5" fmla="*/ 428625 h 428625"/>
                <a:gd name="csX6" fmla="*/ 0 w 1079260"/>
                <a:gd name="csY6" fmla="*/ 350195 h 428625"/>
                <a:gd name="csX7" fmla="*/ 0 w 1079260"/>
                <a:gd name="csY7" fmla="*/ 78430 h 428625"/>
                <a:gd name="csX0" fmla="*/ 0 w 1091396"/>
                <a:gd name="csY0" fmla="*/ 78430 h 428625"/>
                <a:gd name="csX1" fmla="*/ 78430 w 1091396"/>
                <a:gd name="csY1" fmla="*/ 0 h 428625"/>
                <a:gd name="csX2" fmla="*/ 978845 w 1091396"/>
                <a:gd name="csY2" fmla="*/ 0 h 428625"/>
                <a:gd name="csX3" fmla="*/ 978845 w 1091396"/>
                <a:gd name="csY3" fmla="*/ 428625 h 428625"/>
                <a:gd name="csX4" fmla="*/ 78430 w 1091396"/>
                <a:gd name="csY4" fmla="*/ 428625 h 428625"/>
                <a:gd name="csX5" fmla="*/ 0 w 1091396"/>
                <a:gd name="csY5" fmla="*/ 350195 h 428625"/>
                <a:gd name="csX6" fmla="*/ 0 w 1091396"/>
                <a:gd name="csY6" fmla="*/ 78430 h 428625"/>
                <a:gd name="csX0" fmla="*/ 0 w 1097524"/>
                <a:gd name="csY0" fmla="*/ 78430 h 428625"/>
                <a:gd name="csX1" fmla="*/ 78430 w 1097524"/>
                <a:gd name="csY1" fmla="*/ 0 h 428625"/>
                <a:gd name="csX2" fmla="*/ 978845 w 1097524"/>
                <a:gd name="csY2" fmla="*/ 0 h 428625"/>
                <a:gd name="csX3" fmla="*/ 978845 w 1097524"/>
                <a:gd name="csY3" fmla="*/ 428625 h 428625"/>
                <a:gd name="csX4" fmla="*/ 78430 w 1097524"/>
                <a:gd name="csY4" fmla="*/ 428625 h 428625"/>
                <a:gd name="csX5" fmla="*/ 0 w 1097524"/>
                <a:gd name="csY5" fmla="*/ 350195 h 428625"/>
                <a:gd name="csX6" fmla="*/ 0 w 1097524"/>
                <a:gd name="csY6" fmla="*/ 78430 h 428625"/>
                <a:gd name="csX0" fmla="*/ 0 w 1045542"/>
                <a:gd name="csY0" fmla="*/ 78430 h 428625"/>
                <a:gd name="csX1" fmla="*/ 78430 w 1045542"/>
                <a:gd name="csY1" fmla="*/ 0 h 428625"/>
                <a:gd name="csX2" fmla="*/ 978845 w 1045542"/>
                <a:gd name="csY2" fmla="*/ 0 h 428625"/>
                <a:gd name="csX3" fmla="*/ 978845 w 1045542"/>
                <a:gd name="csY3" fmla="*/ 428625 h 428625"/>
                <a:gd name="csX4" fmla="*/ 78430 w 1045542"/>
                <a:gd name="csY4" fmla="*/ 428625 h 428625"/>
                <a:gd name="csX5" fmla="*/ 0 w 1045542"/>
                <a:gd name="csY5" fmla="*/ 350195 h 428625"/>
                <a:gd name="csX6" fmla="*/ 0 w 1045542"/>
                <a:gd name="csY6" fmla="*/ 78430 h 428625"/>
                <a:gd name="csX0" fmla="*/ 0 w 978845"/>
                <a:gd name="csY0" fmla="*/ 78430 h 428625"/>
                <a:gd name="csX1" fmla="*/ 78430 w 978845"/>
                <a:gd name="csY1" fmla="*/ 0 h 428625"/>
                <a:gd name="csX2" fmla="*/ 978845 w 978845"/>
                <a:gd name="csY2" fmla="*/ 0 h 428625"/>
                <a:gd name="csX3" fmla="*/ 978845 w 978845"/>
                <a:gd name="csY3" fmla="*/ 428625 h 428625"/>
                <a:gd name="csX4" fmla="*/ 78430 w 978845"/>
                <a:gd name="csY4" fmla="*/ 428625 h 428625"/>
                <a:gd name="csX5" fmla="*/ 0 w 978845"/>
                <a:gd name="csY5" fmla="*/ 350195 h 428625"/>
                <a:gd name="csX6" fmla="*/ 0 w 978845"/>
                <a:gd name="csY6" fmla="*/ 78430 h 4286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978845" h="428625">
                  <a:moveTo>
                    <a:pt x="0" y="78430"/>
                  </a:moveTo>
                  <a:cubicBezTo>
                    <a:pt x="0" y="35114"/>
                    <a:pt x="35114" y="0"/>
                    <a:pt x="78430" y="0"/>
                  </a:cubicBezTo>
                  <a:lnTo>
                    <a:pt x="978845" y="0"/>
                  </a:lnTo>
                  <a:lnTo>
                    <a:pt x="978845" y="428625"/>
                  </a:lnTo>
                  <a:lnTo>
                    <a:pt x="78430" y="428625"/>
                  </a:lnTo>
                  <a:cubicBezTo>
                    <a:pt x="35114" y="428625"/>
                    <a:pt x="0" y="393511"/>
                    <a:pt x="0" y="350195"/>
                  </a:cubicBezTo>
                  <a:lnTo>
                    <a:pt x="0" y="7843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E0ACEB38-53C5-02E3-9A46-753A2CB54EBB}"/>
              </a:ext>
            </a:extLst>
          </p:cNvPr>
          <p:cNvGrpSpPr/>
          <p:nvPr/>
        </p:nvGrpSpPr>
        <p:grpSpPr>
          <a:xfrm>
            <a:off x="211930" y="1164431"/>
            <a:ext cx="11860478" cy="428625"/>
            <a:chOff x="211930" y="1164431"/>
            <a:chExt cx="11860478" cy="428625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64B65001-A086-6C1C-48B6-E09AA4BD9CB5}"/>
                </a:ext>
              </a:extLst>
            </p:cNvPr>
            <p:cNvGrpSpPr/>
            <p:nvPr/>
          </p:nvGrpSpPr>
          <p:grpSpPr>
            <a:xfrm>
              <a:off x="211930" y="1164431"/>
              <a:ext cx="11860478" cy="428625"/>
              <a:chOff x="211930" y="1164431"/>
              <a:chExt cx="11860478" cy="428625"/>
            </a:xfrm>
          </p:grpSpPr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61DB2E77-C7F7-1822-74C3-E376BA5A256A}"/>
                  </a:ext>
                </a:extLst>
              </p:cNvPr>
              <p:cNvSpPr/>
              <p:nvPr/>
            </p:nvSpPr>
            <p:spPr>
              <a:xfrm>
                <a:off x="215900" y="1166812"/>
                <a:ext cx="11856508" cy="42386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C2C768AC-0DA9-5647-B54D-246E8DF322E1}"/>
                  </a:ext>
                </a:extLst>
              </p:cNvPr>
              <p:cNvGrpSpPr/>
              <p:nvPr/>
            </p:nvGrpSpPr>
            <p:grpSpPr>
              <a:xfrm>
                <a:off x="211930" y="1164431"/>
                <a:ext cx="978845" cy="428625"/>
                <a:chOff x="211930" y="1164431"/>
                <a:chExt cx="978845" cy="428625"/>
              </a:xfrm>
            </p:grpSpPr>
            <p:sp>
              <p:nvSpPr>
                <p:cNvPr id="54" name="Rectangle: Rounded Corners 53">
                  <a:extLst>
                    <a:ext uri="{FF2B5EF4-FFF2-40B4-BE49-F238E27FC236}">
                      <a16:creationId xmlns:a16="http://schemas.microsoft.com/office/drawing/2014/main" id="{B25176AC-33F6-07E7-D60E-8F5253E76A26}"/>
                    </a:ext>
                  </a:extLst>
                </p:cNvPr>
                <p:cNvSpPr/>
                <p:nvPr/>
              </p:nvSpPr>
              <p:spPr>
                <a:xfrm>
                  <a:off x="211930" y="1164431"/>
                  <a:ext cx="978845" cy="428625"/>
                </a:xfrm>
                <a:custGeom>
                  <a:avLst/>
                  <a:gdLst>
                    <a:gd name="csX0" fmla="*/ 0 w 1057275"/>
                    <a:gd name="csY0" fmla="*/ 78430 h 428625"/>
                    <a:gd name="csX1" fmla="*/ 78430 w 1057275"/>
                    <a:gd name="csY1" fmla="*/ 0 h 428625"/>
                    <a:gd name="csX2" fmla="*/ 978845 w 1057275"/>
                    <a:gd name="csY2" fmla="*/ 0 h 428625"/>
                    <a:gd name="csX3" fmla="*/ 1057275 w 1057275"/>
                    <a:gd name="csY3" fmla="*/ 78430 h 428625"/>
                    <a:gd name="csX4" fmla="*/ 1057275 w 1057275"/>
                    <a:gd name="csY4" fmla="*/ 350195 h 428625"/>
                    <a:gd name="csX5" fmla="*/ 978845 w 1057275"/>
                    <a:gd name="csY5" fmla="*/ 428625 h 428625"/>
                    <a:gd name="csX6" fmla="*/ 78430 w 1057275"/>
                    <a:gd name="csY6" fmla="*/ 428625 h 428625"/>
                    <a:gd name="csX7" fmla="*/ 0 w 1057275"/>
                    <a:gd name="csY7" fmla="*/ 350195 h 428625"/>
                    <a:gd name="csX8" fmla="*/ 0 w 1057275"/>
                    <a:gd name="csY8" fmla="*/ 78430 h 428625"/>
                    <a:gd name="csX0" fmla="*/ 0 w 1079260"/>
                    <a:gd name="csY0" fmla="*/ 78430 h 428625"/>
                    <a:gd name="csX1" fmla="*/ 78430 w 1079260"/>
                    <a:gd name="csY1" fmla="*/ 0 h 428625"/>
                    <a:gd name="csX2" fmla="*/ 978845 w 1079260"/>
                    <a:gd name="csY2" fmla="*/ 0 h 428625"/>
                    <a:gd name="csX3" fmla="*/ 1057275 w 1079260"/>
                    <a:gd name="csY3" fmla="*/ 350195 h 428625"/>
                    <a:gd name="csX4" fmla="*/ 978845 w 1079260"/>
                    <a:gd name="csY4" fmla="*/ 428625 h 428625"/>
                    <a:gd name="csX5" fmla="*/ 78430 w 1079260"/>
                    <a:gd name="csY5" fmla="*/ 428625 h 428625"/>
                    <a:gd name="csX6" fmla="*/ 0 w 1079260"/>
                    <a:gd name="csY6" fmla="*/ 350195 h 428625"/>
                    <a:gd name="csX7" fmla="*/ 0 w 1079260"/>
                    <a:gd name="csY7" fmla="*/ 78430 h 428625"/>
                    <a:gd name="csX0" fmla="*/ 0 w 1091396"/>
                    <a:gd name="csY0" fmla="*/ 78430 h 428625"/>
                    <a:gd name="csX1" fmla="*/ 78430 w 1091396"/>
                    <a:gd name="csY1" fmla="*/ 0 h 428625"/>
                    <a:gd name="csX2" fmla="*/ 978845 w 1091396"/>
                    <a:gd name="csY2" fmla="*/ 0 h 428625"/>
                    <a:gd name="csX3" fmla="*/ 978845 w 1091396"/>
                    <a:gd name="csY3" fmla="*/ 428625 h 428625"/>
                    <a:gd name="csX4" fmla="*/ 78430 w 1091396"/>
                    <a:gd name="csY4" fmla="*/ 428625 h 428625"/>
                    <a:gd name="csX5" fmla="*/ 0 w 1091396"/>
                    <a:gd name="csY5" fmla="*/ 350195 h 428625"/>
                    <a:gd name="csX6" fmla="*/ 0 w 1091396"/>
                    <a:gd name="csY6" fmla="*/ 78430 h 428625"/>
                    <a:gd name="csX0" fmla="*/ 0 w 1097524"/>
                    <a:gd name="csY0" fmla="*/ 78430 h 428625"/>
                    <a:gd name="csX1" fmla="*/ 78430 w 1097524"/>
                    <a:gd name="csY1" fmla="*/ 0 h 428625"/>
                    <a:gd name="csX2" fmla="*/ 978845 w 1097524"/>
                    <a:gd name="csY2" fmla="*/ 0 h 428625"/>
                    <a:gd name="csX3" fmla="*/ 978845 w 1097524"/>
                    <a:gd name="csY3" fmla="*/ 428625 h 428625"/>
                    <a:gd name="csX4" fmla="*/ 78430 w 1097524"/>
                    <a:gd name="csY4" fmla="*/ 428625 h 428625"/>
                    <a:gd name="csX5" fmla="*/ 0 w 1097524"/>
                    <a:gd name="csY5" fmla="*/ 350195 h 428625"/>
                    <a:gd name="csX6" fmla="*/ 0 w 1097524"/>
                    <a:gd name="csY6" fmla="*/ 78430 h 428625"/>
                    <a:gd name="csX0" fmla="*/ 0 w 1045542"/>
                    <a:gd name="csY0" fmla="*/ 78430 h 428625"/>
                    <a:gd name="csX1" fmla="*/ 78430 w 1045542"/>
                    <a:gd name="csY1" fmla="*/ 0 h 428625"/>
                    <a:gd name="csX2" fmla="*/ 978845 w 1045542"/>
                    <a:gd name="csY2" fmla="*/ 0 h 428625"/>
                    <a:gd name="csX3" fmla="*/ 978845 w 1045542"/>
                    <a:gd name="csY3" fmla="*/ 428625 h 428625"/>
                    <a:gd name="csX4" fmla="*/ 78430 w 1045542"/>
                    <a:gd name="csY4" fmla="*/ 428625 h 428625"/>
                    <a:gd name="csX5" fmla="*/ 0 w 1045542"/>
                    <a:gd name="csY5" fmla="*/ 350195 h 428625"/>
                    <a:gd name="csX6" fmla="*/ 0 w 1045542"/>
                    <a:gd name="csY6" fmla="*/ 78430 h 428625"/>
                    <a:gd name="csX0" fmla="*/ 0 w 978845"/>
                    <a:gd name="csY0" fmla="*/ 78430 h 428625"/>
                    <a:gd name="csX1" fmla="*/ 78430 w 978845"/>
                    <a:gd name="csY1" fmla="*/ 0 h 428625"/>
                    <a:gd name="csX2" fmla="*/ 978845 w 978845"/>
                    <a:gd name="csY2" fmla="*/ 0 h 428625"/>
                    <a:gd name="csX3" fmla="*/ 978845 w 978845"/>
                    <a:gd name="csY3" fmla="*/ 428625 h 428625"/>
                    <a:gd name="csX4" fmla="*/ 78430 w 978845"/>
                    <a:gd name="csY4" fmla="*/ 428625 h 428625"/>
                    <a:gd name="csX5" fmla="*/ 0 w 978845"/>
                    <a:gd name="csY5" fmla="*/ 350195 h 428625"/>
                    <a:gd name="csX6" fmla="*/ 0 w 978845"/>
                    <a:gd name="csY6" fmla="*/ 78430 h 4286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978845" h="428625">
                      <a:moveTo>
                        <a:pt x="0" y="78430"/>
                      </a:moveTo>
                      <a:cubicBezTo>
                        <a:pt x="0" y="35114"/>
                        <a:pt x="35114" y="0"/>
                        <a:pt x="78430" y="0"/>
                      </a:cubicBezTo>
                      <a:lnTo>
                        <a:pt x="978845" y="0"/>
                      </a:lnTo>
                      <a:lnTo>
                        <a:pt x="978845" y="428625"/>
                      </a:lnTo>
                      <a:lnTo>
                        <a:pt x="78430" y="428625"/>
                      </a:lnTo>
                      <a:cubicBezTo>
                        <a:pt x="35114" y="428625"/>
                        <a:pt x="0" y="393511"/>
                        <a:pt x="0" y="350195"/>
                      </a:cubicBezTo>
                      <a:lnTo>
                        <a:pt x="0" y="78430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664C3E3-F0B0-6CCA-5D73-AD4A45904570}"/>
                    </a:ext>
                  </a:extLst>
                </p:cNvPr>
                <p:cNvSpPr txBox="1"/>
                <p:nvPr/>
              </p:nvSpPr>
              <p:spPr>
                <a:xfrm>
                  <a:off x="295275" y="1248515"/>
                  <a:ext cx="819150" cy="2604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800" b="1" dirty="0">
                      <a:solidFill>
                        <a:schemeClr val="bg1"/>
                      </a:solidFill>
                    </a:rPr>
                    <a:t>1. BUSINESS STAKEHOLDERS</a:t>
                  </a:r>
                  <a:endParaRPr lang="en-IN" sz="8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767E54B5-9518-FD62-242C-F06AF6C02597}"/>
                </a:ext>
              </a:extLst>
            </p:cNvPr>
            <p:cNvGrpSpPr/>
            <p:nvPr/>
          </p:nvGrpSpPr>
          <p:grpSpPr>
            <a:xfrm>
              <a:off x="1450181" y="1179911"/>
              <a:ext cx="10570369" cy="389095"/>
              <a:chOff x="1450181" y="1179911"/>
              <a:chExt cx="10570369" cy="389095"/>
            </a:xfrm>
          </p:grpSpPr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FE48C3A3-09B9-0122-005E-C75C637CE661}"/>
                  </a:ext>
                </a:extLst>
              </p:cNvPr>
              <p:cNvGrpSpPr/>
              <p:nvPr/>
            </p:nvGrpSpPr>
            <p:grpSpPr>
              <a:xfrm>
                <a:off x="1450181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22" name="Graphic 121" descr="Male profile outline">
                  <a:extLst>
                    <a:ext uri="{FF2B5EF4-FFF2-40B4-BE49-F238E27FC236}">
                      <a16:creationId xmlns:a16="http://schemas.microsoft.com/office/drawing/2014/main" id="{AE099895-BFB0-1C60-E854-68C48CF4E5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7F4D8594-45A5-AFA7-98E3-E57F1266D438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884858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Product Managers</a:t>
                  </a:r>
                  <a:endParaRPr lang="en-IN" sz="900" b="1" dirty="0"/>
                </a:p>
              </p:txBody>
            </p:sp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03CAC485-9AB5-9811-052A-2EA874B45689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Define strategies, roadmap &amp; requirements</a:t>
                  </a:r>
                  <a:endParaRPr lang="en-IN" sz="800" dirty="0"/>
                </a:p>
              </p:txBody>
            </p: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5119EEC7-42F3-9263-B39E-31BD289ADC8A}"/>
                  </a:ext>
                </a:extLst>
              </p:cNvPr>
              <p:cNvGrpSpPr/>
              <p:nvPr/>
            </p:nvGrpSpPr>
            <p:grpSpPr>
              <a:xfrm>
                <a:off x="3000375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26" name="Graphic 125" descr="School boy outline">
                  <a:extLst>
                    <a:ext uri="{FF2B5EF4-FFF2-40B4-BE49-F238E27FC236}">
                      <a16:creationId xmlns:a16="http://schemas.microsoft.com/office/drawing/2014/main" id="{3E5EC9E4-BE22-C496-B44C-C3125AA1CA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2E78F611-403D-213E-98A9-BC88EC9303A5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928139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Program Managers</a:t>
                  </a:r>
                  <a:endParaRPr lang="en-IN" sz="900" b="1" dirty="0"/>
                </a:p>
              </p:txBody>
            </p:sp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F38F90FD-63E1-903A-5A90-D39F6DCD3065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Plan programs, allocate resources &amp; </a:t>
                  </a:r>
                  <a:r>
                    <a:rPr lang="en-US" sz="800" dirty="0" err="1"/>
                    <a:t>prioritise</a:t>
                  </a:r>
                  <a:endParaRPr lang="en-IN" sz="800" dirty="0"/>
                </a:p>
              </p:txBody>
            </p:sp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BD6D4665-900A-7C20-B762-9B5E46B6DC4B}"/>
                  </a:ext>
                </a:extLst>
              </p:cNvPr>
              <p:cNvGrpSpPr/>
              <p:nvPr/>
            </p:nvGrpSpPr>
            <p:grpSpPr>
              <a:xfrm>
                <a:off x="4521994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30" name="Graphic 129" descr="Clipboard Partially Checked with solid fill">
                  <a:extLst>
                    <a:ext uri="{FF2B5EF4-FFF2-40B4-BE49-F238E27FC236}">
                      <a16:creationId xmlns:a16="http://schemas.microsoft.com/office/drawing/2014/main" id="{23CE83D5-BCB8-99C3-14DB-5A08FDFDF3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0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0F62B7E-270A-CA92-1998-72C7E81CFCB9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697307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Business Units</a:t>
                  </a:r>
                  <a:endParaRPr lang="en-IN" sz="900" b="1" dirty="0"/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B3D47BDC-5A23-0B70-3A84-F44ED9A833B4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Provide content, assets &amp; business inputs</a:t>
                  </a:r>
                  <a:endParaRPr lang="en-IN" sz="800" dirty="0"/>
                </a:p>
              </p:txBody>
            </p: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3B8955C1-200B-13D9-3F32-192300C01526}"/>
                  </a:ext>
                </a:extLst>
              </p:cNvPr>
              <p:cNvGrpSpPr/>
              <p:nvPr/>
            </p:nvGrpSpPr>
            <p:grpSpPr>
              <a:xfrm>
                <a:off x="6053138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34" name="Graphic 133" descr="Earth globe: Africa and Europe with solid fill">
                  <a:extLst>
                    <a:ext uri="{FF2B5EF4-FFF2-40B4-BE49-F238E27FC236}">
                      <a16:creationId xmlns:a16="http://schemas.microsoft.com/office/drawing/2014/main" id="{D9DFE991-8A90-C6ED-A485-2E2DCEE2729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A5902453-EE1B-FAD1-1604-74EADE5DFE1A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386324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Regions</a:t>
                  </a:r>
                  <a:endParaRPr lang="en-IN" sz="900" b="1" dirty="0"/>
                </a:p>
              </p:txBody>
            </p:sp>
            <p:sp>
              <p:nvSpPr>
                <p:cNvPr id="136" name="TextBox 135">
                  <a:extLst>
                    <a:ext uri="{FF2B5EF4-FFF2-40B4-BE49-F238E27FC236}">
                      <a16:creationId xmlns:a16="http://schemas.microsoft.com/office/drawing/2014/main" id="{24434E38-833D-D334-67C7-7B80280F4C55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Regional strategies, local priorities</a:t>
                  </a:r>
                  <a:endParaRPr lang="en-IN" sz="800" dirty="0"/>
                </a:p>
              </p:txBody>
            </p:sp>
          </p:grp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CED2635D-6033-486A-0804-CA11E1C84CDE}"/>
                  </a:ext>
                </a:extLst>
              </p:cNvPr>
              <p:cNvGrpSpPr/>
              <p:nvPr/>
            </p:nvGrpSpPr>
            <p:grpSpPr>
              <a:xfrm>
                <a:off x="7593807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38" name="Graphic 137" descr="Marketing with solid fill">
                  <a:extLst>
                    <a:ext uri="{FF2B5EF4-FFF2-40B4-BE49-F238E27FC236}">
                      <a16:creationId xmlns:a16="http://schemas.microsoft.com/office/drawing/2014/main" id="{5DF75C33-D3D0-B2BB-3572-BF7BB88FB8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39" name="TextBox 138">
                  <a:extLst>
                    <a:ext uri="{FF2B5EF4-FFF2-40B4-BE49-F238E27FC236}">
                      <a16:creationId xmlns:a16="http://schemas.microsoft.com/office/drawing/2014/main" id="{2997ED92-C0C6-3BE4-2F78-73BDBBC0515E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998671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Marketing &amp; Comms</a:t>
                  </a:r>
                  <a:endParaRPr lang="en-IN" sz="900" b="1" dirty="0"/>
                </a:p>
              </p:txBody>
            </p:sp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24E54AC0-2B8C-4EAA-68A5-25C538BDA2FF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Campaigns, promotions &amp; initiatives</a:t>
                  </a:r>
                  <a:endParaRPr lang="en-IN" sz="800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957E1335-F954-26F9-F8AE-3AA58906EAAE}"/>
                  </a:ext>
                </a:extLst>
              </p:cNvPr>
              <p:cNvGrpSpPr/>
              <p:nvPr/>
            </p:nvGrpSpPr>
            <p:grpSpPr>
              <a:xfrm>
                <a:off x="9153526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42" name="Graphic 141" descr="Contract with solid fill">
                  <a:extLst>
                    <a:ext uri="{FF2B5EF4-FFF2-40B4-BE49-F238E27FC236}">
                      <a16:creationId xmlns:a16="http://schemas.microsoft.com/office/drawing/2014/main" id="{88C29521-4F50-B975-617F-11C5F7D9D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A7B6EF63-1F10-4F91-155B-A38D772768C0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931345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Legal / Compliance</a:t>
                  </a:r>
                  <a:endParaRPr lang="en-IN" sz="900" b="1" dirty="0"/>
                </a:p>
              </p:txBody>
            </p:sp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ABDA5A81-D4CC-3DCD-1895-C60C7E285D40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Policies, compliance &amp; brand governance</a:t>
                  </a:r>
                  <a:endParaRPr lang="en-IN" sz="800" dirty="0"/>
                </a:p>
              </p:txBody>
            </p:sp>
          </p:grp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CF132441-6D8B-167E-9A0D-53062FEAD3F8}"/>
                  </a:ext>
                </a:extLst>
              </p:cNvPr>
              <p:cNvGrpSpPr/>
              <p:nvPr/>
            </p:nvGrpSpPr>
            <p:grpSpPr>
              <a:xfrm>
                <a:off x="10579893" y="1179911"/>
                <a:ext cx="1440657" cy="389095"/>
                <a:chOff x="1450181" y="1190627"/>
                <a:chExt cx="1440657" cy="389095"/>
              </a:xfrm>
            </p:grpSpPr>
            <p:pic>
              <p:nvPicPr>
                <p:cNvPr id="146" name="Graphic 145" descr="Presentation with pie chart with solid fill">
                  <a:extLst>
                    <a:ext uri="{FF2B5EF4-FFF2-40B4-BE49-F238E27FC236}">
                      <a16:creationId xmlns:a16="http://schemas.microsoft.com/office/drawing/2014/main" id="{FDE50B8A-FD04-DCA8-12C0-B2E94235D6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rcRect/>
                <a:stretch/>
              </p:blipFill>
              <p:spPr>
                <a:xfrm>
                  <a:off x="1450181" y="1251824"/>
                  <a:ext cx="254793" cy="254793"/>
                </a:xfrm>
                <a:prstGeom prst="rect">
                  <a:avLst/>
                </a:prstGeom>
              </p:spPr>
            </p:pic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E91135CF-3E38-A04F-1573-A415A2044B27}"/>
                    </a:ext>
                  </a:extLst>
                </p:cNvPr>
                <p:cNvSpPr txBox="1"/>
                <p:nvPr/>
              </p:nvSpPr>
              <p:spPr>
                <a:xfrm>
                  <a:off x="1738313" y="1190627"/>
                  <a:ext cx="884858" cy="140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900" b="1" dirty="0"/>
                    <a:t>Analytics &amp; Target</a:t>
                  </a:r>
                  <a:endParaRPr lang="en-IN" sz="900" b="1" dirty="0"/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DC4048B3-7D52-E8C7-1221-B83827F27BAF}"/>
                    </a:ext>
                  </a:extLst>
                </p:cNvPr>
                <p:cNvSpPr txBox="1"/>
                <p:nvPr/>
              </p:nvSpPr>
              <p:spPr>
                <a:xfrm>
                  <a:off x="1738313" y="1333501"/>
                  <a:ext cx="115252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sz="800" dirty="0"/>
                    <a:t>Performance, insights &amp; AB Testing strategies</a:t>
                  </a:r>
                  <a:endParaRPr lang="en-IN" sz="800" dirty="0"/>
                </a:p>
              </p:txBody>
            </p:sp>
          </p:grp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3AFCC3D7-D8B0-0A75-B5F9-5E50FFE27A59}"/>
              </a:ext>
            </a:extLst>
          </p:cNvPr>
          <p:cNvGrpSpPr/>
          <p:nvPr/>
        </p:nvGrpSpPr>
        <p:grpSpPr>
          <a:xfrm>
            <a:off x="2152650" y="1587500"/>
            <a:ext cx="9042400" cy="107950"/>
            <a:chOff x="2152650" y="1587500"/>
            <a:chExt cx="9042400" cy="107950"/>
          </a:xfrm>
        </p:grpSpPr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98CBA76A-9E6A-5E72-B768-A8437A58FED6}"/>
                </a:ext>
              </a:extLst>
            </p:cNvPr>
            <p:cNvCxnSpPr>
              <a:cxnSpLocks/>
            </p:cNvCxnSpPr>
            <p:nvPr/>
          </p:nvCxnSpPr>
          <p:spPr>
            <a:xfrm>
              <a:off x="2152650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FA7497EE-CE42-521D-386D-3E1A96CC9417}"/>
                </a:ext>
              </a:extLst>
            </p:cNvPr>
            <p:cNvCxnSpPr>
              <a:cxnSpLocks/>
            </p:cNvCxnSpPr>
            <p:nvPr/>
          </p:nvCxnSpPr>
          <p:spPr>
            <a:xfrm>
              <a:off x="3659717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091F87FC-0B6C-1B09-064D-4036B264BB99}"/>
                </a:ext>
              </a:extLst>
            </p:cNvPr>
            <p:cNvCxnSpPr>
              <a:cxnSpLocks/>
            </p:cNvCxnSpPr>
            <p:nvPr/>
          </p:nvCxnSpPr>
          <p:spPr>
            <a:xfrm>
              <a:off x="5166784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Arrow Connector 215">
              <a:extLst>
                <a:ext uri="{FF2B5EF4-FFF2-40B4-BE49-F238E27FC236}">
                  <a16:creationId xmlns:a16="http://schemas.microsoft.com/office/drawing/2014/main" id="{56356F3D-8C10-0116-A402-346EF8034FBF}"/>
                </a:ext>
              </a:extLst>
            </p:cNvPr>
            <p:cNvCxnSpPr>
              <a:cxnSpLocks/>
            </p:cNvCxnSpPr>
            <p:nvPr/>
          </p:nvCxnSpPr>
          <p:spPr>
            <a:xfrm>
              <a:off x="6673851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259F7D60-3E5F-84BD-58FA-191E8BB11157}"/>
                </a:ext>
              </a:extLst>
            </p:cNvPr>
            <p:cNvCxnSpPr>
              <a:cxnSpLocks/>
            </p:cNvCxnSpPr>
            <p:nvPr/>
          </p:nvCxnSpPr>
          <p:spPr>
            <a:xfrm>
              <a:off x="8180918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Arrow Connector 218">
              <a:extLst>
                <a:ext uri="{FF2B5EF4-FFF2-40B4-BE49-F238E27FC236}">
                  <a16:creationId xmlns:a16="http://schemas.microsoft.com/office/drawing/2014/main" id="{5DEE2212-12A2-2D4A-8FE7-5D3D53F0D47C}"/>
                </a:ext>
              </a:extLst>
            </p:cNvPr>
            <p:cNvCxnSpPr>
              <a:cxnSpLocks/>
            </p:cNvCxnSpPr>
            <p:nvPr/>
          </p:nvCxnSpPr>
          <p:spPr>
            <a:xfrm>
              <a:off x="9687985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804BCD5A-A9AD-71C1-D65F-92FC1A95D1F6}"/>
                </a:ext>
              </a:extLst>
            </p:cNvPr>
            <p:cNvCxnSpPr>
              <a:cxnSpLocks/>
            </p:cNvCxnSpPr>
            <p:nvPr/>
          </p:nvCxnSpPr>
          <p:spPr>
            <a:xfrm>
              <a:off x="11195050" y="1587500"/>
              <a:ext cx="0" cy="107950"/>
            </a:xfrm>
            <a:prstGeom prst="straightConnector1">
              <a:avLst/>
            </a:prstGeom>
            <a:ln w="6350" cmpd="sng">
              <a:solidFill>
                <a:srgbClr val="00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12C541E4-C336-BD90-9C66-859C806A12CC}"/>
              </a:ext>
            </a:extLst>
          </p:cNvPr>
          <p:cNvGrpSpPr/>
          <p:nvPr/>
        </p:nvGrpSpPr>
        <p:grpSpPr>
          <a:xfrm>
            <a:off x="211930" y="1693068"/>
            <a:ext cx="11860478" cy="497682"/>
            <a:chOff x="211930" y="1693068"/>
            <a:chExt cx="11860478" cy="497682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A2EAEA7-4DB6-4D94-B7B7-B88AFC8042B7}"/>
                </a:ext>
              </a:extLst>
            </p:cNvPr>
            <p:cNvGrpSpPr/>
            <p:nvPr/>
          </p:nvGrpSpPr>
          <p:grpSpPr>
            <a:xfrm>
              <a:off x="211930" y="1693068"/>
              <a:ext cx="11860478" cy="428625"/>
              <a:chOff x="211930" y="1693068"/>
              <a:chExt cx="11860478" cy="428625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D7659E70-B1B3-4571-D70E-A88E68AF58D2}"/>
                  </a:ext>
                </a:extLst>
              </p:cNvPr>
              <p:cNvSpPr/>
              <p:nvPr/>
            </p:nvSpPr>
            <p:spPr>
              <a:xfrm>
                <a:off x="215900" y="1695449"/>
                <a:ext cx="11856508" cy="42386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7" name="Group 156">
                <a:extLst>
                  <a:ext uri="{FF2B5EF4-FFF2-40B4-BE49-F238E27FC236}">
                    <a16:creationId xmlns:a16="http://schemas.microsoft.com/office/drawing/2014/main" id="{2466ADC6-6231-93F9-FE44-A9673D00B370}"/>
                  </a:ext>
                </a:extLst>
              </p:cNvPr>
              <p:cNvGrpSpPr/>
              <p:nvPr/>
            </p:nvGrpSpPr>
            <p:grpSpPr>
              <a:xfrm>
                <a:off x="211930" y="1693068"/>
                <a:ext cx="990605" cy="428625"/>
                <a:chOff x="211930" y="1693068"/>
                <a:chExt cx="990605" cy="428625"/>
              </a:xfrm>
            </p:grpSpPr>
            <p:sp>
              <p:nvSpPr>
                <p:cNvPr id="58" name="Rectangle: Rounded Corners 53">
                  <a:extLst>
                    <a:ext uri="{FF2B5EF4-FFF2-40B4-BE49-F238E27FC236}">
                      <a16:creationId xmlns:a16="http://schemas.microsoft.com/office/drawing/2014/main" id="{C061FC5A-0CE0-2DFB-5E88-AFEBCB2DEC4E}"/>
                    </a:ext>
                  </a:extLst>
                </p:cNvPr>
                <p:cNvSpPr/>
                <p:nvPr/>
              </p:nvSpPr>
              <p:spPr>
                <a:xfrm>
                  <a:off x="211930" y="1693068"/>
                  <a:ext cx="978845" cy="428625"/>
                </a:xfrm>
                <a:custGeom>
                  <a:avLst/>
                  <a:gdLst>
                    <a:gd name="csX0" fmla="*/ 0 w 1057275"/>
                    <a:gd name="csY0" fmla="*/ 78430 h 428625"/>
                    <a:gd name="csX1" fmla="*/ 78430 w 1057275"/>
                    <a:gd name="csY1" fmla="*/ 0 h 428625"/>
                    <a:gd name="csX2" fmla="*/ 978845 w 1057275"/>
                    <a:gd name="csY2" fmla="*/ 0 h 428625"/>
                    <a:gd name="csX3" fmla="*/ 1057275 w 1057275"/>
                    <a:gd name="csY3" fmla="*/ 78430 h 428625"/>
                    <a:gd name="csX4" fmla="*/ 1057275 w 1057275"/>
                    <a:gd name="csY4" fmla="*/ 350195 h 428625"/>
                    <a:gd name="csX5" fmla="*/ 978845 w 1057275"/>
                    <a:gd name="csY5" fmla="*/ 428625 h 428625"/>
                    <a:gd name="csX6" fmla="*/ 78430 w 1057275"/>
                    <a:gd name="csY6" fmla="*/ 428625 h 428625"/>
                    <a:gd name="csX7" fmla="*/ 0 w 1057275"/>
                    <a:gd name="csY7" fmla="*/ 350195 h 428625"/>
                    <a:gd name="csX8" fmla="*/ 0 w 1057275"/>
                    <a:gd name="csY8" fmla="*/ 78430 h 428625"/>
                    <a:gd name="csX0" fmla="*/ 0 w 1079260"/>
                    <a:gd name="csY0" fmla="*/ 78430 h 428625"/>
                    <a:gd name="csX1" fmla="*/ 78430 w 1079260"/>
                    <a:gd name="csY1" fmla="*/ 0 h 428625"/>
                    <a:gd name="csX2" fmla="*/ 978845 w 1079260"/>
                    <a:gd name="csY2" fmla="*/ 0 h 428625"/>
                    <a:gd name="csX3" fmla="*/ 1057275 w 1079260"/>
                    <a:gd name="csY3" fmla="*/ 350195 h 428625"/>
                    <a:gd name="csX4" fmla="*/ 978845 w 1079260"/>
                    <a:gd name="csY4" fmla="*/ 428625 h 428625"/>
                    <a:gd name="csX5" fmla="*/ 78430 w 1079260"/>
                    <a:gd name="csY5" fmla="*/ 428625 h 428625"/>
                    <a:gd name="csX6" fmla="*/ 0 w 1079260"/>
                    <a:gd name="csY6" fmla="*/ 350195 h 428625"/>
                    <a:gd name="csX7" fmla="*/ 0 w 1079260"/>
                    <a:gd name="csY7" fmla="*/ 78430 h 428625"/>
                    <a:gd name="csX0" fmla="*/ 0 w 1091396"/>
                    <a:gd name="csY0" fmla="*/ 78430 h 428625"/>
                    <a:gd name="csX1" fmla="*/ 78430 w 1091396"/>
                    <a:gd name="csY1" fmla="*/ 0 h 428625"/>
                    <a:gd name="csX2" fmla="*/ 978845 w 1091396"/>
                    <a:gd name="csY2" fmla="*/ 0 h 428625"/>
                    <a:gd name="csX3" fmla="*/ 978845 w 1091396"/>
                    <a:gd name="csY3" fmla="*/ 428625 h 428625"/>
                    <a:gd name="csX4" fmla="*/ 78430 w 1091396"/>
                    <a:gd name="csY4" fmla="*/ 428625 h 428625"/>
                    <a:gd name="csX5" fmla="*/ 0 w 1091396"/>
                    <a:gd name="csY5" fmla="*/ 350195 h 428625"/>
                    <a:gd name="csX6" fmla="*/ 0 w 1091396"/>
                    <a:gd name="csY6" fmla="*/ 78430 h 428625"/>
                    <a:gd name="csX0" fmla="*/ 0 w 1097524"/>
                    <a:gd name="csY0" fmla="*/ 78430 h 428625"/>
                    <a:gd name="csX1" fmla="*/ 78430 w 1097524"/>
                    <a:gd name="csY1" fmla="*/ 0 h 428625"/>
                    <a:gd name="csX2" fmla="*/ 978845 w 1097524"/>
                    <a:gd name="csY2" fmla="*/ 0 h 428625"/>
                    <a:gd name="csX3" fmla="*/ 978845 w 1097524"/>
                    <a:gd name="csY3" fmla="*/ 428625 h 428625"/>
                    <a:gd name="csX4" fmla="*/ 78430 w 1097524"/>
                    <a:gd name="csY4" fmla="*/ 428625 h 428625"/>
                    <a:gd name="csX5" fmla="*/ 0 w 1097524"/>
                    <a:gd name="csY5" fmla="*/ 350195 h 428625"/>
                    <a:gd name="csX6" fmla="*/ 0 w 1097524"/>
                    <a:gd name="csY6" fmla="*/ 78430 h 428625"/>
                    <a:gd name="csX0" fmla="*/ 0 w 1045542"/>
                    <a:gd name="csY0" fmla="*/ 78430 h 428625"/>
                    <a:gd name="csX1" fmla="*/ 78430 w 1045542"/>
                    <a:gd name="csY1" fmla="*/ 0 h 428625"/>
                    <a:gd name="csX2" fmla="*/ 978845 w 1045542"/>
                    <a:gd name="csY2" fmla="*/ 0 h 428625"/>
                    <a:gd name="csX3" fmla="*/ 978845 w 1045542"/>
                    <a:gd name="csY3" fmla="*/ 428625 h 428625"/>
                    <a:gd name="csX4" fmla="*/ 78430 w 1045542"/>
                    <a:gd name="csY4" fmla="*/ 428625 h 428625"/>
                    <a:gd name="csX5" fmla="*/ 0 w 1045542"/>
                    <a:gd name="csY5" fmla="*/ 350195 h 428625"/>
                    <a:gd name="csX6" fmla="*/ 0 w 1045542"/>
                    <a:gd name="csY6" fmla="*/ 78430 h 428625"/>
                    <a:gd name="csX0" fmla="*/ 0 w 978845"/>
                    <a:gd name="csY0" fmla="*/ 78430 h 428625"/>
                    <a:gd name="csX1" fmla="*/ 78430 w 978845"/>
                    <a:gd name="csY1" fmla="*/ 0 h 428625"/>
                    <a:gd name="csX2" fmla="*/ 978845 w 978845"/>
                    <a:gd name="csY2" fmla="*/ 0 h 428625"/>
                    <a:gd name="csX3" fmla="*/ 978845 w 978845"/>
                    <a:gd name="csY3" fmla="*/ 428625 h 428625"/>
                    <a:gd name="csX4" fmla="*/ 78430 w 978845"/>
                    <a:gd name="csY4" fmla="*/ 428625 h 428625"/>
                    <a:gd name="csX5" fmla="*/ 0 w 978845"/>
                    <a:gd name="csY5" fmla="*/ 350195 h 428625"/>
                    <a:gd name="csX6" fmla="*/ 0 w 978845"/>
                    <a:gd name="csY6" fmla="*/ 78430 h 4286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978845" h="428625">
                      <a:moveTo>
                        <a:pt x="0" y="78430"/>
                      </a:moveTo>
                      <a:cubicBezTo>
                        <a:pt x="0" y="35114"/>
                        <a:pt x="35114" y="0"/>
                        <a:pt x="78430" y="0"/>
                      </a:cubicBezTo>
                      <a:lnTo>
                        <a:pt x="978845" y="0"/>
                      </a:lnTo>
                      <a:lnTo>
                        <a:pt x="978845" y="428625"/>
                      </a:lnTo>
                      <a:lnTo>
                        <a:pt x="78430" y="428625"/>
                      </a:lnTo>
                      <a:cubicBezTo>
                        <a:pt x="35114" y="428625"/>
                        <a:pt x="0" y="393511"/>
                        <a:pt x="0" y="350195"/>
                      </a:cubicBezTo>
                      <a:lnTo>
                        <a:pt x="0" y="78430"/>
                      </a:ln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10AA720B-BED2-5174-5112-4D72BB5EAE34}"/>
                    </a:ext>
                  </a:extLst>
                </p:cNvPr>
                <p:cNvSpPr txBox="1"/>
                <p:nvPr/>
              </p:nvSpPr>
              <p:spPr>
                <a:xfrm>
                  <a:off x="276229" y="1777152"/>
                  <a:ext cx="926306" cy="2604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800" b="1" dirty="0">
                      <a:solidFill>
                        <a:schemeClr val="bg1"/>
                      </a:solidFill>
                    </a:rPr>
                    <a:t>2. ORGANIZATIONS &amp; TEAMS</a:t>
                  </a:r>
                  <a:endParaRPr lang="en-IN" sz="8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A0792A44-38EC-ED6E-50B3-8B79ABD3ED84}"/>
                </a:ext>
              </a:extLst>
            </p:cNvPr>
            <p:cNvGrpSpPr/>
            <p:nvPr/>
          </p:nvGrpSpPr>
          <p:grpSpPr>
            <a:xfrm>
              <a:off x="1254050" y="1756891"/>
              <a:ext cx="776313" cy="274320"/>
              <a:chOff x="1254050" y="1756891"/>
              <a:chExt cx="776313" cy="274320"/>
            </a:xfrm>
          </p:grpSpPr>
          <p:pic>
            <p:nvPicPr>
              <p:cNvPr id="168" name="Graphic 167" descr="Male profile with solid fill">
                <a:extLst>
                  <a:ext uri="{FF2B5EF4-FFF2-40B4-BE49-F238E27FC236}">
                    <a16:creationId xmlns:a16="http://schemas.microsoft.com/office/drawing/2014/main" id="{584C23FF-FC8C-57BB-A7F3-6D7972CFE9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254050" y="1756891"/>
                <a:ext cx="274320" cy="274320"/>
              </a:xfrm>
              <a:prstGeom prst="rect">
                <a:avLst/>
              </a:prstGeom>
            </p:spPr>
          </p:pic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F53523D3-8921-1736-D592-A0D2CC808DC7}"/>
                  </a:ext>
                </a:extLst>
              </p:cNvPr>
              <p:cNvSpPr txBox="1"/>
              <p:nvPr/>
            </p:nvSpPr>
            <p:spPr>
              <a:xfrm>
                <a:off x="1543050" y="1780110"/>
                <a:ext cx="487313" cy="227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en-US" sz="700" dirty="0">
                    <a:solidFill>
                      <a:srgbClr val="7030A0"/>
                    </a:solidFill>
                  </a:rPr>
                  <a:t>Product</a:t>
                </a:r>
                <a:br>
                  <a:rPr lang="en-US" sz="700" dirty="0">
                    <a:solidFill>
                      <a:srgbClr val="7030A0"/>
                    </a:solidFill>
                  </a:rPr>
                </a:br>
                <a:r>
                  <a:rPr lang="en-US" sz="700" dirty="0">
                    <a:solidFill>
                      <a:srgbClr val="7030A0"/>
                    </a:solidFill>
                  </a:rPr>
                  <a:t>Management</a:t>
                </a:r>
                <a:endParaRPr lang="en-IN" sz="700" dirty="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3F079717-0473-7020-F030-4BF6D0A4F29C}"/>
                </a:ext>
              </a:extLst>
            </p:cNvPr>
            <p:cNvGrpSpPr/>
            <p:nvPr/>
          </p:nvGrpSpPr>
          <p:grpSpPr>
            <a:xfrm>
              <a:off x="2330200" y="1756891"/>
              <a:ext cx="776313" cy="274320"/>
              <a:chOff x="2330200" y="1756891"/>
              <a:chExt cx="776313" cy="274320"/>
            </a:xfrm>
          </p:grpSpPr>
          <p:pic>
            <p:nvPicPr>
              <p:cNvPr id="192" name="Graphic 191">
                <a:extLst>
                  <a:ext uri="{FF2B5EF4-FFF2-40B4-BE49-F238E27FC236}">
                    <a16:creationId xmlns:a16="http://schemas.microsoft.com/office/drawing/2014/main" id="{7869FCA8-D8DD-F17D-4D69-6160921458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rcRect/>
              <a:stretch/>
            </p:blipFill>
            <p:spPr>
              <a:xfrm>
                <a:off x="2330200" y="1756891"/>
                <a:ext cx="274320" cy="274320"/>
              </a:xfrm>
              <a:prstGeom prst="rect">
                <a:avLst/>
              </a:prstGeom>
            </p:spPr>
          </p:pic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E0A5E0E2-DBB1-2FF2-3F09-E9275C7B0C8B}"/>
                  </a:ext>
                </a:extLst>
              </p:cNvPr>
              <p:cNvSpPr txBox="1"/>
              <p:nvPr/>
            </p:nvSpPr>
            <p:spPr>
              <a:xfrm>
                <a:off x="2619200" y="1780110"/>
                <a:ext cx="487313" cy="2278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>
                  <a:lnSpc>
                    <a:spcPct val="110000"/>
                  </a:lnSpc>
                </a:pPr>
                <a:r>
                  <a:rPr lang="en-US" sz="700" dirty="0">
                    <a:solidFill>
                      <a:srgbClr val="7030A0"/>
                    </a:solidFill>
                  </a:rPr>
                  <a:t>Program</a:t>
                </a:r>
                <a:br>
                  <a:rPr lang="en-US" sz="700" dirty="0">
                    <a:solidFill>
                      <a:srgbClr val="7030A0"/>
                    </a:solidFill>
                  </a:rPr>
                </a:br>
                <a:r>
                  <a:rPr lang="en-US" sz="700" dirty="0">
                    <a:solidFill>
                      <a:srgbClr val="7030A0"/>
                    </a:solidFill>
                  </a:rPr>
                  <a:t>Management</a:t>
                </a:r>
                <a:endParaRPr lang="en-IN" sz="700" dirty="0">
                  <a:solidFill>
                    <a:srgbClr val="7030A0"/>
                  </a:solidFill>
                </a:endParaRPr>
              </a:p>
            </p:txBody>
          </p:sp>
        </p:grpSp>
        <p:grpSp>
          <p:nvGrpSpPr>
            <p:cNvPr id="234" name="Group 233">
              <a:extLst>
                <a:ext uri="{FF2B5EF4-FFF2-40B4-BE49-F238E27FC236}">
                  <a16:creationId xmlns:a16="http://schemas.microsoft.com/office/drawing/2014/main" id="{2A26A611-6C68-4507-8FE7-0CA40F3F49A0}"/>
                </a:ext>
              </a:extLst>
            </p:cNvPr>
            <p:cNvGrpSpPr/>
            <p:nvPr/>
          </p:nvGrpSpPr>
          <p:grpSpPr>
            <a:xfrm>
              <a:off x="3371850" y="1752600"/>
              <a:ext cx="4848225" cy="314325"/>
              <a:chOff x="3371850" y="1752600"/>
              <a:chExt cx="4848225" cy="314325"/>
            </a:xfrm>
          </p:grpSpPr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065CF10D-36F7-819C-7892-70779FD10B4B}"/>
                  </a:ext>
                </a:extLst>
              </p:cNvPr>
              <p:cNvGrpSpPr/>
              <p:nvPr/>
            </p:nvGrpSpPr>
            <p:grpSpPr>
              <a:xfrm>
                <a:off x="3406350" y="1756891"/>
                <a:ext cx="4764242" cy="274353"/>
                <a:chOff x="3406350" y="1756891"/>
                <a:chExt cx="4764242" cy="274353"/>
              </a:xfrm>
            </p:grpSpPr>
            <p:grpSp>
              <p:nvGrpSpPr>
                <p:cNvPr id="228" name="Group 227">
                  <a:extLst>
                    <a:ext uri="{FF2B5EF4-FFF2-40B4-BE49-F238E27FC236}">
                      <a16:creationId xmlns:a16="http://schemas.microsoft.com/office/drawing/2014/main" id="{C203007B-F247-E7A0-1BB9-9D48DDD1B395}"/>
                    </a:ext>
                  </a:extLst>
                </p:cNvPr>
                <p:cNvGrpSpPr/>
                <p:nvPr/>
              </p:nvGrpSpPr>
              <p:grpSpPr>
                <a:xfrm>
                  <a:off x="3406350" y="1756891"/>
                  <a:ext cx="1011831" cy="274320"/>
                  <a:chOff x="3406350" y="1756891"/>
                  <a:chExt cx="1011831" cy="274320"/>
                </a:xfrm>
              </p:grpSpPr>
              <p:pic>
                <p:nvPicPr>
                  <p:cNvPr id="186" name="Graphic 185">
                    <a:extLst>
                      <a:ext uri="{FF2B5EF4-FFF2-40B4-BE49-F238E27FC236}">
                        <a16:creationId xmlns:a16="http://schemas.microsoft.com/office/drawing/2014/main" id="{87BF4113-2B9C-8157-F634-AAB6EF55D9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rcRect/>
                  <a:stretch/>
                </p:blipFill>
                <p:spPr>
                  <a:xfrm>
                    <a:off x="3406350" y="1756891"/>
                    <a:ext cx="274320" cy="274320"/>
                  </a:xfrm>
                  <a:prstGeom prst="rect">
                    <a:avLst/>
                  </a:prstGeom>
                </p:spPr>
              </p:pic>
              <p:sp>
                <p:nvSpPr>
                  <p:cNvPr id="187" name="TextBox 186">
                    <a:extLst>
                      <a:ext uri="{FF2B5EF4-FFF2-40B4-BE49-F238E27FC236}">
                        <a16:creationId xmlns:a16="http://schemas.microsoft.com/office/drawing/2014/main" id="{F4D88909-175A-5FD7-D5C7-17335A99169D}"/>
                      </a:ext>
                    </a:extLst>
                  </p:cNvPr>
                  <p:cNvSpPr txBox="1"/>
                  <p:nvPr/>
                </p:nvSpPr>
                <p:spPr>
                  <a:xfrm>
                    <a:off x="3708050" y="1780110"/>
                    <a:ext cx="710131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US Web Production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Squad Leads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27" name="Group 226">
                  <a:extLst>
                    <a:ext uri="{FF2B5EF4-FFF2-40B4-BE49-F238E27FC236}">
                      <a16:creationId xmlns:a16="http://schemas.microsoft.com/office/drawing/2014/main" id="{710A320A-BE4C-20BC-3DC9-A0412AFE6380}"/>
                    </a:ext>
                  </a:extLst>
                </p:cNvPr>
                <p:cNvGrpSpPr/>
                <p:nvPr/>
              </p:nvGrpSpPr>
              <p:grpSpPr>
                <a:xfrm>
                  <a:off x="4654964" y="1756891"/>
                  <a:ext cx="1029463" cy="274320"/>
                  <a:chOff x="4718018" y="1756891"/>
                  <a:chExt cx="1029463" cy="274320"/>
                </a:xfrm>
              </p:grpSpPr>
              <p:pic>
                <p:nvPicPr>
                  <p:cNvPr id="195" name="Graphic 194">
                    <a:extLst>
                      <a:ext uri="{FF2B5EF4-FFF2-40B4-BE49-F238E27FC236}">
                        <a16:creationId xmlns:a16="http://schemas.microsoft.com/office/drawing/2014/main" id="{A942DE8F-5CDC-8B79-BC92-D40309338C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7"/>
                      </a:ext>
                    </a:extLst>
                  </a:blip>
                  <a:srcRect/>
                  <a:stretch/>
                </p:blipFill>
                <p:spPr>
                  <a:xfrm>
                    <a:off x="4718018" y="1756891"/>
                    <a:ext cx="274320" cy="274320"/>
                  </a:xfrm>
                  <a:prstGeom prst="rect">
                    <a:avLst/>
                  </a:prstGeom>
                </p:spPr>
              </p:pic>
              <p:sp>
                <p:nvSpPr>
                  <p:cNvPr id="196" name="TextBox 195">
                    <a:extLst>
                      <a:ext uri="{FF2B5EF4-FFF2-40B4-BE49-F238E27FC236}">
                        <a16:creationId xmlns:a16="http://schemas.microsoft.com/office/drawing/2014/main" id="{2B0085AB-FD82-F902-EF70-190EF4CF3955}"/>
                      </a:ext>
                    </a:extLst>
                  </p:cNvPr>
                  <p:cNvSpPr txBox="1"/>
                  <p:nvPr/>
                </p:nvSpPr>
                <p:spPr>
                  <a:xfrm>
                    <a:off x="5019718" y="1780110"/>
                    <a:ext cx="727763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Intl Web Production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ROW Leads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26" name="Group 225">
                  <a:extLst>
                    <a:ext uri="{FF2B5EF4-FFF2-40B4-BE49-F238E27FC236}">
                      <a16:creationId xmlns:a16="http://schemas.microsoft.com/office/drawing/2014/main" id="{CFA06FA9-1B35-645E-B4CF-7416684AB882}"/>
                    </a:ext>
                  </a:extLst>
                </p:cNvPr>
                <p:cNvGrpSpPr/>
                <p:nvPr/>
              </p:nvGrpSpPr>
              <p:grpSpPr>
                <a:xfrm>
                  <a:off x="5921210" y="1756891"/>
                  <a:ext cx="1039161" cy="274320"/>
                  <a:chOff x="6047318" y="1756891"/>
                  <a:chExt cx="1039161" cy="274320"/>
                </a:xfrm>
              </p:grpSpPr>
              <p:pic>
                <p:nvPicPr>
                  <p:cNvPr id="198" name="Graphic 197">
                    <a:extLst>
                      <a:ext uri="{FF2B5EF4-FFF2-40B4-BE49-F238E27FC236}">
                        <a16:creationId xmlns:a16="http://schemas.microsoft.com/office/drawing/2014/main" id="{02434DCB-7113-9515-5B50-64CBE22046F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rcRect/>
                  <a:stretch/>
                </p:blipFill>
                <p:spPr>
                  <a:xfrm>
                    <a:off x="6047318" y="1756891"/>
                    <a:ext cx="264860" cy="274320"/>
                  </a:xfrm>
                  <a:prstGeom prst="rect">
                    <a:avLst/>
                  </a:prstGeom>
                </p:spPr>
              </p:pic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59A02ADC-6D37-DA22-9EEB-5E025C06898E}"/>
                      </a:ext>
                    </a:extLst>
                  </p:cNvPr>
                  <p:cNvSpPr txBox="1"/>
                  <p:nvPr/>
                </p:nvSpPr>
                <p:spPr>
                  <a:xfrm>
                    <a:off x="6344288" y="1780110"/>
                    <a:ext cx="742191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Regional Production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Customizations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E9DF809E-9A73-E516-7F80-E8640800749C}"/>
                    </a:ext>
                  </a:extLst>
                </p:cNvPr>
                <p:cNvGrpSpPr/>
                <p:nvPr/>
              </p:nvGrpSpPr>
              <p:grpSpPr>
                <a:xfrm>
                  <a:off x="7197155" y="1766384"/>
                  <a:ext cx="973437" cy="264860"/>
                  <a:chOff x="8787830" y="1761621"/>
                  <a:chExt cx="973437" cy="264860"/>
                </a:xfrm>
              </p:grpSpPr>
              <p:pic>
                <p:nvPicPr>
                  <p:cNvPr id="201" name="Graphic 200">
                    <a:extLst>
                      <a:ext uri="{FF2B5EF4-FFF2-40B4-BE49-F238E27FC236}">
                        <a16:creationId xmlns:a16="http://schemas.microsoft.com/office/drawing/2014/main" id="{CD11DF79-D466-AD95-636E-C7036F5CDCC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19"/>
                      </a:ext>
                    </a:extLst>
                  </a:blip>
                  <a:srcRect/>
                  <a:stretch/>
                </p:blipFill>
                <p:spPr>
                  <a:xfrm>
                    <a:off x="8787830" y="1761621"/>
                    <a:ext cx="264860" cy="264860"/>
                  </a:xfrm>
                  <a:prstGeom prst="rect">
                    <a:avLst/>
                  </a:prstGeom>
                </p:spPr>
              </p:pic>
              <p:sp>
                <p:nvSpPr>
                  <p:cNvPr id="202" name="TextBox 201">
                    <a:extLst>
                      <a:ext uri="{FF2B5EF4-FFF2-40B4-BE49-F238E27FC236}">
                        <a16:creationId xmlns:a16="http://schemas.microsoft.com/office/drawing/2014/main" id="{D9085A43-C3B8-3D08-9330-69A892FF3D71}"/>
                      </a:ext>
                    </a:extLst>
                  </p:cNvPr>
                  <p:cNvSpPr txBox="1"/>
                  <p:nvPr/>
                </p:nvSpPr>
                <p:spPr>
                  <a:xfrm>
                    <a:off x="9084800" y="1780110"/>
                    <a:ext cx="676467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Authors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(Content Creation)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231" name="Rectangle: Rounded Corners 230">
                <a:extLst>
                  <a:ext uri="{FF2B5EF4-FFF2-40B4-BE49-F238E27FC236}">
                    <a16:creationId xmlns:a16="http://schemas.microsoft.com/office/drawing/2014/main" id="{07FB2D6B-5F7B-9118-5F33-427F7DA71FE4}"/>
                  </a:ext>
                </a:extLst>
              </p:cNvPr>
              <p:cNvSpPr/>
              <p:nvPr/>
            </p:nvSpPr>
            <p:spPr>
              <a:xfrm>
                <a:off x="3371850" y="1752600"/>
                <a:ext cx="4848225" cy="314325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2E1091B0-1E16-6489-49A0-820D6EB13580}"/>
                </a:ext>
              </a:extLst>
            </p:cNvPr>
            <p:cNvGrpSpPr/>
            <p:nvPr/>
          </p:nvGrpSpPr>
          <p:grpSpPr>
            <a:xfrm>
              <a:off x="8520113" y="1747837"/>
              <a:ext cx="3486149" cy="314325"/>
              <a:chOff x="8520113" y="1747837"/>
              <a:chExt cx="3486149" cy="314325"/>
            </a:xfrm>
          </p:grpSpPr>
          <p:grpSp>
            <p:nvGrpSpPr>
              <p:cNvPr id="232" name="Group 231">
                <a:extLst>
                  <a:ext uri="{FF2B5EF4-FFF2-40B4-BE49-F238E27FC236}">
                    <a16:creationId xmlns:a16="http://schemas.microsoft.com/office/drawing/2014/main" id="{F7B704CE-DB0B-94A8-5F20-A1FF36E54952}"/>
                  </a:ext>
                </a:extLst>
              </p:cNvPr>
              <p:cNvGrpSpPr/>
              <p:nvPr/>
            </p:nvGrpSpPr>
            <p:grpSpPr>
              <a:xfrm>
                <a:off x="8613550" y="1775910"/>
                <a:ext cx="3299274" cy="264860"/>
                <a:chOff x="3895406" y="2171198"/>
                <a:chExt cx="3299274" cy="264860"/>
              </a:xfrm>
            </p:grpSpPr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92536909-F160-DA39-D3DA-35ADFBEC80B1}"/>
                    </a:ext>
                  </a:extLst>
                </p:cNvPr>
                <p:cNvGrpSpPr/>
                <p:nvPr/>
              </p:nvGrpSpPr>
              <p:grpSpPr>
                <a:xfrm>
                  <a:off x="5276332" y="2171198"/>
                  <a:ext cx="853213" cy="264860"/>
                  <a:chOff x="10061104" y="1761621"/>
                  <a:chExt cx="853213" cy="264860"/>
                </a:xfrm>
              </p:grpSpPr>
              <p:pic>
                <p:nvPicPr>
                  <p:cNvPr id="204" name="Graphic 203">
                    <a:extLst>
                      <a:ext uri="{FF2B5EF4-FFF2-40B4-BE49-F238E27FC236}">
                        <a16:creationId xmlns:a16="http://schemas.microsoft.com/office/drawing/2014/main" id="{366FF2DB-BBFC-1DCD-CD3F-F349AFFBEF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0"/>
                      </a:ext>
                    </a:extLst>
                  </a:blip>
                  <a:srcRect/>
                  <a:stretch/>
                </p:blipFill>
                <p:spPr>
                  <a:xfrm>
                    <a:off x="10061104" y="1761621"/>
                    <a:ext cx="264860" cy="264860"/>
                  </a:xfrm>
                  <a:prstGeom prst="rect">
                    <a:avLst/>
                  </a:prstGeom>
                </p:spPr>
              </p:pic>
              <p:sp>
                <p:nvSpPr>
                  <p:cNvPr id="205" name="TextBox 204">
                    <a:extLst>
                      <a:ext uri="{FF2B5EF4-FFF2-40B4-BE49-F238E27FC236}">
                        <a16:creationId xmlns:a16="http://schemas.microsoft.com/office/drawing/2014/main" id="{45806340-4B40-3066-2A81-67215549F7E6}"/>
                      </a:ext>
                    </a:extLst>
                  </p:cNvPr>
                  <p:cNvSpPr txBox="1"/>
                  <p:nvPr/>
                </p:nvSpPr>
                <p:spPr>
                  <a:xfrm>
                    <a:off x="10358074" y="1780110"/>
                    <a:ext cx="556243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Localization</a:t>
                    </a:r>
                  </a:p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(Transcreation)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22" name="Group 221">
                  <a:extLst>
                    <a:ext uri="{FF2B5EF4-FFF2-40B4-BE49-F238E27FC236}">
                      <a16:creationId xmlns:a16="http://schemas.microsoft.com/office/drawing/2014/main" id="{408EB5B6-C1DE-C02B-D8AE-339DE38DCE6D}"/>
                    </a:ext>
                  </a:extLst>
                </p:cNvPr>
                <p:cNvGrpSpPr/>
                <p:nvPr/>
              </p:nvGrpSpPr>
              <p:grpSpPr>
                <a:xfrm>
                  <a:off x="6408794" y="2171198"/>
                  <a:ext cx="785886" cy="264860"/>
                  <a:chOff x="11214154" y="1761621"/>
                  <a:chExt cx="785886" cy="264860"/>
                </a:xfrm>
              </p:grpSpPr>
              <p:pic>
                <p:nvPicPr>
                  <p:cNvPr id="207" name="Graphic 206">
                    <a:extLst>
                      <a:ext uri="{FF2B5EF4-FFF2-40B4-BE49-F238E27FC236}">
                        <a16:creationId xmlns:a16="http://schemas.microsoft.com/office/drawing/2014/main" id="{3BF976CF-F792-E8A7-753A-09FED69BA2F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1"/>
                      </a:ext>
                    </a:extLst>
                  </a:blip>
                  <a:srcRect/>
                  <a:stretch/>
                </p:blipFill>
                <p:spPr>
                  <a:xfrm>
                    <a:off x="11214154" y="1761621"/>
                    <a:ext cx="264860" cy="264860"/>
                  </a:xfrm>
                  <a:prstGeom prst="rect">
                    <a:avLst/>
                  </a:prstGeom>
                </p:spPr>
              </p:pic>
              <p:sp>
                <p:nvSpPr>
                  <p:cNvPr id="208" name="TextBox 207">
                    <a:extLst>
                      <a:ext uri="{FF2B5EF4-FFF2-40B4-BE49-F238E27FC236}">
                        <a16:creationId xmlns:a16="http://schemas.microsoft.com/office/drawing/2014/main" id="{F71B5116-4D30-ECA0-9364-44496C88A05A}"/>
                      </a:ext>
                    </a:extLst>
                  </p:cNvPr>
                  <p:cNvSpPr txBox="1"/>
                  <p:nvPr/>
                </p:nvSpPr>
                <p:spPr>
                  <a:xfrm>
                    <a:off x="11511124" y="1780110"/>
                    <a:ext cx="488916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QA Engineers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(Content QA)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2BD28078-5C28-8987-4D10-06093BC0758D}"/>
                    </a:ext>
                  </a:extLst>
                </p:cNvPr>
                <p:cNvGrpSpPr/>
                <p:nvPr/>
              </p:nvGrpSpPr>
              <p:grpSpPr>
                <a:xfrm>
                  <a:off x="3895406" y="2171198"/>
                  <a:ext cx="1101677" cy="264860"/>
                  <a:chOff x="7386316" y="1761621"/>
                  <a:chExt cx="1101677" cy="264860"/>
                </a:xfrm>
              </p:grpSpPr>
              <p:pic>
                <p:nvPicPr>
                  <p:cNvPr id="210" name="Graphic 209">
                    <a:extLst>
                      <a:ext uri="{FF2B5EF4-FFF2-40B4-BE49-F238E27FC236}">
                        <a16:creationId xmlns:a16="http://schemas.microsoft.com/office/drawing/2014/main" id="{4933CEE6-6FDD-AC3B-B9E0-D637B035E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2"/>
                      </a:ext>
                    </a:extLst>
                  </a:blip>
                  <a:srcRect/>
                  <a:stretch/>
                </p:blipFill>
                <p:spPr>
                  <a:xfrm>
                    <a:off x="7386316" y="1761621"/>
                    <a:ext cx="264860" cy="264860"/>
                  </a:xfrm>
                  <a:prstGeom prst="rect">
                    <a:avLst/>
                  </a:prstGeom>
                </p:spPr>
              </p:pic>
              <p:sp>
                <p:nvSpPr>
                  <p:cNvPr id="211" name="TextBox 210">
                    <a:extLst>
                      <a:ext uri="{FF2B5EF4-FFF2-40B4-BE49-F238E27FC236}">
                        <a16:creationId xmlns:a16="http://schemas.microsoft.com/office/drawing/2014/main" id="{4874888E-1400-B1BE-2684-0BD0AD3F16C0}"/>
                      </a:ext>
                    </a:extLst>
                  </p:cNvPr>
                  <p:cNvSpPr txBox="1"/>
                  <p:nvPr/>
                </p:nvSpPr>
                <p:spPr>
                  <a:xfrm>
                    <a:off x="7683286" y="1780110"/>
                    <a:ext cx="804707" cy="22788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algn="l">
                      <a:lnSpc>
                        <a:spcPct val="110000"/>
                      </a:lnSpc>
                    </a:pPr>
                    <a:r>
                      <a:rPr lang="en-US" sz="700" dirty="0">
                        <a:solidFill>
                          <a:srgbClr val="7030A0"/>
                        </a:solidFill>
                      </a:rPr>
                      <a:t>GWP Engineering</a:t>
                    </a:r>
                    <a:br>
                      <a:rPr lang="en-US" sz="700" dirty="0">
                        <a:solidFill>
                          <a:srgbClr val="7030A0"/>
                        </a:solidFill>
                      </a:rPr>
                    </a:br>
                    <a:r>
                      <a:rPr lang="en-US" sz="700" dirty="0">
                        <a:solidFill>
                          <a:srgbClr val="7030A0"/>
                        </a:solidFill>
                      </a:rPr>
                      <a:t>(Content Automation)</a:t>
                    </a:r>
                    <a:endParaRPr lang="en-IN" sz="700" dirty="0">
                      <a:solidFill>
                        <a:srgbClr val="7030A0"/>
                      </a:solidFill>
                    </a:endParaRPr>
                  </a:p>
                </p:txBody>
              </p:sp>
            </p:grpSp>
          </p:grpSp>
          <p:sp>
            <p:nvSpPr>
              <p:cNvPr id="242" name="Rectangle: Rounded Corners 241">
                <a:extLst>
                  <a:ext uri="{FF2B5EF4-FFF2-40B4-BE49-F238E27FC236}">
                    <a16:creationId xmlns:a16="http://schemas.microsoft.com/office/drawing/2014/main" id="{2913B88A-261C-F36D-ABE3-74407025C248}"/>
                  </a:ext>
                </a:extLst>
              </p:cNvPr>
              <p:cNvSpPr/>
              <p:nvPr/>
            </p:nvSpPr>
            <p:spPr>
              <a:xfrm>
                <a:off x="8520113" y="1747837"/>
                <a:ext cx="3486149" cy="314325"/>
              </a:xfrm>
              <a:prstGeom prst="roundRect">
                <a:avLst/>
              </a:prstGeom>
              <a:noFill/>
              <a:ln>
                <a:solidFill>
                  <a:srgbClr val="7030A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44" name="Straight Arrow Connector 243">
              <a:extLst>
                <a:ext uri="{FF2B5EF4-FFF2-40B4-BE49-F238E27FC236}">
                  <a16:creationId xmlns:a16="http://schemas.microsoft.com/office/drawing/2014/main" id="{DFF7FD2F-3099-33E4-59A7-7C016F440750}"/>
                </a:ext>
              </a:extLst>
            </p:cNvPr>
            <p:cNvCxnSpPr>
              <a:cxnSpLocks/>
              <a:stCxn id="231" idx="3"/>
              <a:endCxn id="242" idx="1"/>
            </p:cNvCxnSpPr>
            <p:nvPr/>
          </p:nvCxnSpPr>
          <p:spPr>
            <a:xfrm flipV="1">
              <a:off x="8220075" y="1905000"/>
              <a:ext cx="300038" cy="4763"/>
            </a:xfrm>
            <a:prstGeom prst="straightConnector1">
              <a:avLst/>
            </a:prstGeom>
            <a:ln>
              <a:solidFill>
                <a:srgbClr val="7030A0"/>
              </a:solidFill>
              <a:prstDash val="sysDash"/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Rectangle: Rounded Corners 248">
              <a:extLst>
                <a:ext uri="{FF2B5EF4-FFF2-40B4-BE49-F238E27FC236}">
                  <a16:creationId xmlns:a16="http://schemas.microsoft.com/office/drawing/2014/main" id="{5C603086-CB5A-E7B5-B9E3-8A154C9F95C4}"/>
                </a:ext>
              </a:extLst>
            </p:cNvPr>
            <p:cNvSpPr/>
            <p:nvPr/>
          </p:nvSpPr>
          <p:spPr>
            <a:xfrm>
              <a:off x="4039526" y="2052637"/>
              <a:ext cx="4205287" cy="138113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n-US" sz="700" dirty="0">
                  <a:solidFill>
                    <a:srgbClr val="7030A0"/>
                  </a:solidFill>
                </a:rPr>
                <a:t>Cross-functional collaboration with shared goals, continuous communication, and transparent visibility</a:t>
              </a:r>
              <a:endParaRPr lang="en-IN" sz="700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D3AB4C38-4077-CD47-532F-3C612CCDEA22}"/>
              </a:ext>
            </a:extLst>
          </p:cNvPr>
          <p:cNvGrpSpPr/>
          <p:nvPr/>
        </p:nvGrpSpPr>
        <p:grpSpPr>
          <a:xfrm>
            <a:off x="211930" y="2240756"/>
            <a:ext cx="11860478" cy="559594"/>
            <a:chOff x="211930" y="2240756"/>
            <a:chExt cx="11860478" cy="559594"/>
          </a:xfrm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FFE2211A-11E3-AB90-41A2-A9780ED60754}"/>
                </a:ext>
              </a:extLst>
            </p:cNvPr>
            <p:cNvGrpSpPr/>
            <p:nvPr/>
          </p:nvGrpSpPr>
          <p:grpSpPr>
            <a:xfrm>
              <a:off x="211930" y="2240756"/>
              <a:ext cx="11860478" cy="559594"/>
              <a:chOff x="211930" y="4317206"/>
              <a:chExt cx="11860478" cy="559594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ED45942C-B9B3-1504-FDDF-00B31513E05F}"/>
                  </a:ext>
                </a:extLst>
              </p:cNvPr>
              <p:cNvSpPr/>
              <p:nvPr/>
            </p:nvSpPr>
            <p:spPr>
              <a:xfrm>
                <a:off x="215900" y="4320315"/>
                <a:ext cx="11856508" cy="553377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22FCB9D0-FDC8-457A-61EA-AA2EA175056B}"/>
                  </a:ext>
                </a:extLst>
              </p:cNvPr>
              <p:cNvGrpSpPr/>
              <p:nvPr/>
            </p:nvGrpSpPr>
            <p:grpSpPr>
              <a:xfrm>
                <a:off x="211930" y="4317206"/>
                <a:ext cx="978845" cy="559594"/>
                <a:chOff x="211930" y="4317206"/>
                <a:chExt cx="978845" cy="559594"/>
              </a:xfrm>
            </p:grpSpPr>
            <p:sp>
              <p:nvSpPr>
                <p:cNvPr id="61" name="Rectangle: Rounded Corners 53">
                  <a:extLst>
                    <a:ext uri="{FF2B5EF4-FFF2-40B4-BE49-F238E27FC236}">
                      <a16:creationId xmlns:a16="http://schemas.microsoft.com/office/drawing/2014/main" id="{CBAEB03C-65DC-BA0C-2E6A-C8F52DFCE8B3}"/>
                    </a:ext>
                  </a:extLst>
                </p:cNvPr>
                <p:cNvSpPr/>
                <p:nvPr/>
              </p:nvSpPr>
              <p:spPr>
                <a:xfrm>
                  <a:off x="211930" y="4317206"/>
                  <a:ext cx="978845" cy="559594"/>
                </a:xfrm>
                <a:custGeom>
                  <a:avLst/>
                  <a:gdLst>
                    <a:gd name="csX0" fmla="*/ 0 w 1057275"/>
                    <a:gd name="csY0" fmla="*/ 78430 h 428625"/>
                    <a:gd name="csX1" fmla="*/ 78430 w 1057275"/>
                    <a:gd name="csY1" fmla="*/ 0 h 428625"/>
                    <a:gd name="csX2" fmla="*/ 978845 w 1057275"/>
                    <a:gd name="csY2" fmla="*/ 0 h 428625"/>
                    <a:gd name="csX3" fmla="*/ 1057275 w 1057275"/>
                    <a:gd name="csY3" fmla="*/ 78430 h 428625"/>
                    <a:gd name="csX4" fmla="*/ 1057275 w 1057275"/>
                    <a:gd name="csY4" fmla="*/ 350195 h 428625"/>
                    <a:gd name="csX5" fmla="*/ 978845 w 1057275"/>
                    <a:gd name="csY5" fmla="*/ 428625 h 428625"/>
                    <a:gd name="csX6" fmla="*/ 78430 w 1057275"/>
                    <a:gd name="csY6" fmla="*/ 428625 h 428625"/>
                    <a:gd name="csX7" fmla="*/ 0 w 1057275"/>
                    <a:gd name="csY7" fmla="*/ 350195 h 428625"/>
                    <a:gd name="csX8" fmla="*/ 0 w 1057275"/>
                    <a:gd name="csY8" fmla="*/ 78430 h 428625"/>
                    <a:gd name="csX0" fmla="*/ 0 w 1079260"/>
                    <a:gd name="csY0" fmla="*/ 78430 h 428625"/>
                    <a:gd name="csX1" fmla="*/ 78430 w 1079260"/>
                    <a:gd name="csY1" fmla="*/ 0 h 428625"/>
                    <a:gd name="csX2" fmla="*/ 978845 w 1079260"/>
                    <a:gd name="csY2" fmla="*/ 0 h 428625"/>
                    <a:gd name="csX3" fmla="*/ 1057275 w 1079260"/>
                    <a:gd name="csY3" fmla="*/ 350195 h 428625"/>
                    <a:gd name="csX4" fmla="*/ 978845 w 1079260"/>
                    <a:gd name="csY4" fmla="*/ 428625 h 428625"/>
                    <a:gd name="csX5" fmla="*/ 78430 w 1079260"/>
                    <a:gd name="csY5" fmla="*/ 428625 h 428625"/>
                    <a:gd name="csX6" fmla="*/ 0 w 1079260"/>
                    <a:gd name="csY6" fmla="*/ 350195 h 428625"/>
                    <a:gd name="csX7" fmla="*/ 0 w 1079260"/>
                    <a:gd name="csY7" fmla="*/ 78430 h 428625"/>
                    <a:gd name="csX0" fmla="*/ 0 w 1091396"/>
                    <a:gd name="csY0" fmla="*/ 78430 h 428625"/>
                    <a:gd name="csX1" fmla="*/ 78430 w 1091396"/>
                    <a:gd name="csY1" fmla="*/ 0 h 428625"/>
                    <a:gd name="csX2" fmla="*/ 978845 w 1091396"/>
                    <a:gd name="csY2" fmla="*/ 0 h 428625"/>
                    <a:gd name="csX3" fmla="*/ 978845 w 1091396"/>
                    <a:gd name="csY3" fmla="*/ 428625 h 428625"/>
                    <a:gd name="csX4" fmla="*/ 78430 w 1091396"/>
                    <a:gd name="csY4" fmla="*/ 428625 h 428625"/>
                    <a:gd name="csX5" fmla="*/ 0 w 1091396"/>
                    <a:gd name="csY5" fmla="*/ 350195 h 428625"/>
                    <a:gd name="csX6" fmla="*/ 0 w 1091396"/>
                    <a:gd name="csY6" fmla="*/ 78430 h 428625"/>
                    <a:gd name="csX0" fmla="*/ 0 w 1097524"/>
                    <a:gd name="csY0" fmla="*/ 78430 h 428625"/>
                    <a:gd name="csX1" fmla="*/ 78430 w 1097524"/>
                    <a:gd name="csY1" fmla="*/ 0 h 428625"/>
                    <a:gd name="csX2" fmla="*/ 978845 w 1097524"/>
                    <a:gd name="csY2" fmla="*/ 0 h 428625"/>
                    <a:gd name="csX3" fmla="*/ 978845 w 1097524"/>
                    <a:gd name="csY3" fmla="*/ 428625 h 428625"/>
                    <a:gd name="csX4" fmla="*/ 78430 w 1097524"/>
                    <a:gd name="csY4" fmla="*/ 428625 h 428625"/>
                    <a:gd name="csX5" fmla="*/ 0 w 1097524"/>
                    <a:gd name="csY5" fmla="*/ 350195 h 428625"/>
                    <a:gd name="csX6" fmla="*/ 0 w 1097524"/>
                    <a:gd name="csY6" fmla="*/ 78430 h 428625"/>
                    <a:gd name="csX0" fmla="*/ 0 w 1045542"/>
                    <a:gd name="csY0" fmla="*/ 78430 h 428625"/>
                    <a:gd name="csX1" fmla="*/ 78430 w 1045542"/>
                    <a:gd name="csY1" fmla="*/ 0 h 428625"/>
                    <a:gd name="csX2" fmla="*/ 978845 w 1045542"/>
                    <a:gd name="csY2" fmla="*/ 0 h 428625"/>
                    <a:gd name="csX3" fmla="*/ 978845 w 1045542"/>
                    <a:gd name="csY3" fmla="*/ 428625 h 428625"/>
                    <a:gd name="csX4" fmla="*/ 78430 w 1045542"/>
                    <a:gd name="csY4" fmla="*/ 428625 h 428625"/>
                    <a:gd name="csX5" fmla="*/ 0 w 1045542"/>
                    <a:gd name="csY5" fmla="*/ 350195 h 428625"/>
                    <a:gd name="csX6" fmla="*/ 0 w 1045542"/>
                    <a:gd name="csY6" fmla="*/ 78430 h 428625"/>
                    <a:gd name="csX0" fmla="*/ 0 w 978845"/>
                    <a:gd name="csY0" fmla="*/ 78430 h 428625"/>
                    <a:gd name="csX1" fmla="*/ 78430 w 978845"/>
                    <a:gd name="csY1" fmla="*/ 0 h 428625"/>
                    <a:gd name="csX2" fmla="*/ 978845 w 978845"/>
                    <a:gd name="csY2" fmla="*/ 0 h 428625"/>
                    <a:gd name="csX3" fmla="*/ 978845 w 978845"/>
                    <a:gd name="csY3" fmla="*/ 428625 h 428625"/>
                    <a:gd name="csX4" fmla="*/ 78430 w 978845"/>
                    <a:gd name="csY4" fmla="*/ 428625 h 428625"/>
                    <a:gd name="csX5" fmla="*/ 0 w 978845"/>
                    <a:gd name="csY5" fmla="*/ 350195 h 428625"/>
                    <a:gd name="csX6" fmla="*/ 0 w 978845"/>
                    <a:gd name="csY6" fmla="*/ 78430 h 4286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</a:cxnLst>
                  <a:rect l="l" t="t" r="r" b="b"/>
                  <a:pathLst>
                    <a:path w="978845" h="428625">
                      <a:moveTo>
                        <a:pt x="0" y="78430"/>
                      </a:moveTo>
                      <a:cubicBezTo>
                        <a:pt x="0" y="35114"/>
                        <a:pt x="35114" y="0"/>
                        <a:pt x="78430" y="0"/>
                      </a:cubicBezTo>
                      <a:lnTo>
                        <a:pt x="978845" y="0"/>
                      </a:lnTo>
                      <a:lnTo>
                        <a:pt x="978845" y="428625"/>
                      </a:lnTo>
                      <a:lnTo>
                        <a:pt x="78430" y="428625"/>
                      </a:lnTo>
                      <a:cubicBezTo>
                        <a:pt x="35114" y="428625"/>
                        <a:pt x="0" y="393511"/>
                        <a:pt x="0" y="350195"/>
                      </a:cubicBezTo>
                      <a:lnTo>
                        <a:pt x="0" y="78430"/>
                      </a:lnTo>
                      <a:close/>
                    </a:path>
                  </a:pathLst>
                </a:custGeom>
                <a:solidFill>
                  <a:srgbClr val="00206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2" name="TextBox 251">
                  <a:extLst>
                    <a:ext uri="{FF2B5EF4-FFF2-40B4-BE49-F238E27FC236}">
                      <a16:creationId xmlns:a16="http://schemas.microsoft.com/office/drawing/2014/main" id="{0B841EF1-8127-270B-FE9F-8DA158B7C632}"/>
                    </a:ext>
                  </a:extLst>
                </p:cNvPr>
                <p:cNvSpPr txBox="1"/>
                <p:nvPr/>
              </p:nvSpPr>
              <p:spPr>
                <a:xfrm>
                  <a:off x="257179" y="4466775"/>
                  <a:ext cx="926306" cy="26045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800" b="1" dirty="0">
                      <a:solidFill>
                        <a:schemeClr val="bg1"/>
                      </a:solidFill>
                    </a:rPr>
                    <a:t>3. SYSTEM LANDSCAPE</a:t>
                  </a:r>
                  <a:endParaRPr lang="en-IN" sz="8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1A996CE2-9E1D-BD18-288A-092DE604DA57}"/>
                </a:ext>
              </a:extLst>
            </p:cNvPr>
            <p:cNvGrpSpPr/>
            <p:nvPr/>
          </p:nvGrpSpPr>
          <p:grpSpPr>
            <a:xfrm>
              <a:off x="1304925" y="2328529"/>
              <a:ext cx="10715625" cy="384048"/>
              <a:chOff x="1304925" y="2333625"/>
              <a:chExt cx="10715625" cy="384048"/>
            </a:xfrm>
          </p:grpSpPr>
          <p:grpSp>
            <p:nvGrpSpPr>
              <p:cNvPr id="274" name="Group 273">
                <a:extLst>
                  <a:ext uri="{FF2B5EF4-FFF2-40B4-BE49-F238E27FC236}">
                    <a16:creationId xmlns:a16="http://schemas.microsoft.com/office/drawing/2014/main" id="{D7A6F968-179A-0342-9428-03CFFA34FC05}"/>
                  </a:ext>
                </a:extLst>
              </p:cNvPr>
              <p:cNvGrpSpPr/>
              <p:nvPr/>
            </p:nvGrpSpPr>
            <p:grpSpPr>
              <a:xfrm>
                <a:off x="1304925" y="2333625"/>
                <a:ext cx="1561327" cy="384048"/>
                <a:chOff x="1304925" y="2333625"/>
                <a:chExt cx="1561327" cy="384048"/>
              </a:xfrm>
            </p:grpSpPr>
            <p:sp>
              <p:nvSpPr>
                <p:cNvPr id="268" name="Rectangle: Rounded Corners 267">
                  <a:extLst>
                    <a:ext uri="{FF2B5EF4-FFF2-40B4-BE49-F238E27FC236}">
                      <a16:creationId xmlns:a16="http://schemas.microsoft.com/office/drawing/2014/main" id="{584640E2-32B1-45D0-632E-A3C261D30D51}"/>
                    </a:ext>
                  </a:extLst>
                </p:cNvPr>
                <p:cNvSpPr/>
                <p:nvPr/>
              </p:nvSpPr>
              <p:spPr>
                <a:xfrm>
                  <a:off x="1304925" y="2333625"/>
                  <a:ext cx="1514475" cy="384048"/>
                </a:xfrm>
                <a:prstGeom prst="roundRect">
                  <a:avLst/>
                </a:prstGeom>
                <a:noFill/>
                <a:ln>
                  <a:solidFill>
                    <a:srgbClr val="002060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5" name="TextBox 254">
                  <a:extLst>
                    <a:ext uri="{FF2B5EF4-FFF2-40B4-BE49-F238E27FC236}">
                      <a16:creationId xmlns:a16="http://schemas.microsoft.com/office/drawing/2014/main" id="{28E42E18-911F-E2C3-FBE8-1DCF630F1F45}"/>
                    </a:ext>
                  </a:extLst>
                </p:cNvPr>
                <p:cNvSpPr txBox="1"/>
                <p:nvPr/>
              </p:nvSpPr>
              <p:spPr>
                <a:xfrm>
                  <a:off x="1323975" y="2440481"/>
                  <a:ext cx="416587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JIRA</a:t>
                  </a:r>
                  <a:endParaRPr lang="en-IN" sz="1000" dirty="0"/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4C9DB903-ACC6-182F-5406-4986E8D4ABD5}"/>
                    </a:ext>
                  </a:extLst>
                </p:cNvPr>
                <p:cNvSpPr txBox="1"/>
                <p:nvPr/>
              </p:nvSpPr>
              <p:spPr>
                <a:xfrm>
                  <a:off x="1930180" y="2346838"/>
                  <a:ext cx="936072" cy="36024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ctr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ADOBE </a:t>
                  </a:r>
                  <a:br>
                    <a:rPr lang="en-US" sz="1000" dirty="0"/>
                  </a:br>
                  <a:r>
                    <a:rPr lang="en-US" sz="1000" dirty="0"/>
                    <a:t>WORKFRONT</a:t>
                  </a:r>
                  <a:endParaRPr lang="en-IN" sz="1000" dirty="0"/>
                </a:p>
              </p:txBody>
            </p:sp>
          </p:grp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C379EE07-C3AC-8ACC-D3FC-903ACF68BA93}"/>
                  </a:ext>
                </a:extLst>
              </p:cNvPr>
              <p:cNvSpPr txBox="1"/>
              <p:nvPr/>
            </p:nvSpPr>
            <p:spPr>
              <a:xfrm>
                <a:off x="3055870" y="2440481"/>
                <a:ext cx="557865" cy="172955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91440" tIns="0" rIns="91440" bIns="0" rtlCol="0">
                <a:sp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900"/>
                  </a:spcBef>
                </a:pPr>
                <a:r>
                  <a:rPr lang="en-US" sz="1000" dirty="0"/>
                  <a:t>FIGMA</a:t>
                </a:r>
                <a:endParaRPr lang="en-IN" sz="1000" dirty="0"/>
              </a:p>
            </p:txBody>
          </p: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70067050-93CF-4BF8-B3DE-C23C8410DED5}"/>
                  </a:ext>
                </a:extLst>
              </p:cNvPr>
              <p:cNvGrpSpPr/>
              <p:nvPr/>
            </p:nvGrpSpPr>
            <p:grpSpPr>
              <a:xfrm>
                <a:off x="6715126" y="2333625"/>
                <a:ext cx="3876674" cy="384048"/>
                <a:chOff x="6715126" y="2333625"/>
                <a:chExt cx="3876674" cy="384048"/>
              </a:xfrm>
            </p:grpSpPr>
            <p:sp>
              <p:nvSpPr>
                <p:cNvPr id="270" name="Rectangle: Rounded Corners 269">
                  <a:extLst>
                    <a:ext uri="{FF2B5EF4-FFF2-40B4-BE49-F238E27FC236}">
                      <a16:creationId xmlns:a16="http://schemas.microsoft.com/office/drawing/2014/main" id="{4DD56730-DE0E-DFA9-3831-FD306D09970F}"/>
                    </a:ext>
                  </a:extLst>
                </p:cNvPr>
                <p:cNvSpPr/>
                <p:nvPr/>
              </p:nvSpPr>
              <p:spPr>
                <a:xfrm>
                  <a:off x="6715126" y="2333625"/>
                  <a:ext cx="3876674" cy="384048"/>
                </a:xfrm>
                <a:prstGeom prst="roundRect">
                  <a:avLst/>
                </a:prstGeom>
                <a:noFill/>
                <a:ln>
                  <a:solidFill>
                    <a:srgbClr val="002060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0C53C5C7-9E03-D1CD-F268-C39351C8897B}"/>
                    </a:ext>
                  </a:extLst>
                </p:cNvPr>
                <p:cNvSpPr txBox="1"/>
                <p:nvPr/>
              </p:nvSpPr>
              <p:spPr>
                <a:xfrm>
                  <a:off x="6766311" y="2440481"/>
                  <a:ext cx="642492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STREAM</a:t>
                  </a:r>
                  <a:endParaRPr lang="en-IN" sz="1000" dirty="0"/>
                </a:p>
              </p:txBody>
            </p:sp>
            <p:sp>
              <p:nvSpPr>
                <p:cNvPr id="260" name="TextBox 259">
                  <a:extLst>
                    <a:ext uri="{FF2B5EF4-FFF2-40B4-BE49-F238E27FC236}">
                      <a16:creationId xmlns:a16="http://schemas.microsoft.com/office/drawing/2014/main" id="{DE0E4188-4432-425F-625E-37A6813C1D19}"/>
                    </a:ext>
                  </a:extLst>
                </p:cNvPr>
                <p:cNvSpPr txBox="1"/>
                <p:nvPr/>
              </p:nvSpPr>
              <p:spPr>
                <a:xfrm>
                  <a:off x="7598421" y="2440481"/>
                  <a:ext cx="743801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PEREGRIN</a:t>
                  </a:r>
                  <a:endParaRPr lang="en-IN" sz="1000" dirty="0"/>
                </a:p>
              </p:txBody>
            </p:sp>
            <p:sp>
              <p:nvSpPr>
                <p:cNvPr id="263" name="TextBox 262">
                  <a:extLst>
                    <a:ext uri="{FF2B5EF4-FFF2-40B4-BE49-F238E27FC236}">
                      <a16:creationId xmlns:a16="http://schemas.microsoft.com/office/drawing/2014/main" id="{74339B48-27CA-3C93-4E3A-A20C6D401BB2}"/>
                    </a:ext>
                  </a:extLst>
                </p:cNvPr>
                <p:cNvSpPr txBox="1"/>
                <p:nvPr/>
              </p:nvSpPr>
              <p:spPr>
                <a:xfrm>
                  <a:off x="8366948" y="2356363"/>
                  <a:ext cx="1006533" cy="36024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ctr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AUTOMATION </a:t>
                  </a:r>
                  <a:br>
                    <a:rPr lang="en-US" sz="1000" dirty="0"/>
                  </a:br>
                  <a:r>
                    <a:rPr lang="en-US" sz="1000" dirty="0"/>
                    <a:t>PLATFORM</a:t>
                  </a:r>
                  <a:endParaRPr lang="en-IN" sz="1000" dirty="0"/>
                </a:p>
              </p:txBody>
            </p:sp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A1E3A86B-F2F7-6F90-8BCB-6CCE21CFE1D9}"/>
                    </a:ext>
                  </a:extLst>
                </p:cNvPr>
                <p:cNvSpPr txBox="1"/>
                <p:nvPr/>
              </p:nvSpPr>
              <p:spPr>
                <a:xfrm>
                  <a:off x="9563100" y="2356363"/>
                  <a:ext cx="961995" cy="360240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ctr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CONTENT QA </a:t>
                  </a:r>
                  <a:br>
                    <a:rPr lang="en-US" sz="1000" dirty="0"/>
                  </a:br>
                  <a:r>
                    <a:rPr lang="en-US" sz="1000" dirty="0"/>
                    <a:t>AGENTS</a:t>
                  </a:r>
                  <a:endParaRPr lang="en-IN" sz="1000" dirty="0"/>
                </a:p>
              </p:txBody>
            </p:sp>
          </p:grp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1585BDB2-322F-D646-85F3-AF879A5E5510}"/>
                  </a:ext>
                </a:extLst>
              </p:cNvPr>
              <p:cNvGrpSpPr/>
              <p:nvPr/>
            </p:nvGrpSpPr>
            <p:grpSpPr>
              <a:xfrm>
                <a:off x="3771900" y="2333625"/>
                <a:ext cx="2828925" cy="384048"/>
                <a:chOff x="3771900" y="2333625"/>
                <a:chExt cx="2828925" cy="384048"/>
              </a:xfrm>
            </p:grpSpPr>
            <p:sp>
              <p:nvSpPr>
                <p:cNvPr id="269" name="Rectangle: Rounded Corners 268">
                  <a:extLst>
                    <a:ext uri="{FF2B5EF4-FFF2-40B4-BE49-F238E27FC236}">
                      <a16:creationId xmlns:a16="http://schemas.microsoft.com/office/drawing/2014/main" id="{AFE5CD73-8FED-1DA7-9565-C70EC5F0627C}"/>
                    </a:ext>
                  </a:extLst>
                </p:cNvPr>
                <p:cNvSpPr/>
                <p:nvPr/>
              </p:nvSpPr>
              <p:spPr>
                <a:xfrm>
                  <a:off x="3771900" y="2333625"/>
                  <a:ext cx="2828925" cy="384048"/>
                </a:xfrm>
                <a:prstGeom prst="roundRect">
                  <a:avLst/>
                </a:prstGeom>
                <a:noFill/>
                <a:ln>
                  <a:solidFill>
                    <a:srgbClr val="002060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88F52152-8498-34D5-1AA1-07C9720A5CE1}"/>
                    </a:ext>
                  </a:extLst>
                </p:cNvPr>
                <p:cNvSpPr txBox="1"/>
                <p:nvPr/>
              </p:nvSpPr>
              <p:spPr>
                <a:xfrm>
                  <a:off x="4886710" y="2440481"/>
                  <a:ext cx="359967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DA</a:t>
                  </a:r>
                  <a:endParaRPr lang="en-IN" sz="1000" dirty="0"/>
                </a:p>
              </p:txBody>
            </p:sp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A1CF5A49-C487-93D6-C901-C572DBD1DB0A}"/>
                    </a:ext>
                  </a:extLst>
                </p:cNvPr>
                <p:cNvSpPr txBox="1"/>
                <p:nvPr/>
              </p:nvSpPr>
              <p:spPr>
                <a:xfrm>
                  <a:off x="5436295" y="2440481"/>
                  <a:ext cx="488586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ODIN</a:t>
                  </a:r>
                  <a:endParaRPr lang="en-IN" sz="1000" dirty="0"/>
                </a:p>
              </p:txBody>
            </p:sp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56320C62-0C04-E2F9-F8F4-BDFF4055FEC2}"/>
                    </a:ext>
                  </a:extLst>
                </p:cNvPr>
                <p:cNvSpPr txBox="1"/>
                <p:nvPr/>
              </p:nvSpPr>
              <p:spPr>
                <a:xfrm>
                  <a:off x="3803353" y="2440481"/>
                  <a:ext cx="893739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SHAREPOINT</a:t>
                  </a:r>
                  <a:endParaRPr lang="en-IN" sz="1000" dirty="0"/>
                </a:p>
              </p:txBody>
            </p:sp>
            <p:sp>
              <p:nvSpPr>
                <p:cNvPr id="266" name="TextBox 265">
                  <a:extLst>
                    <a:ext uri="{FF2B5EF4-FFF2-40B4-BE49-F238E27FC236}">
                      <a16:creationId xmlns:a16="http://schemas.microsoft.com/office/drawing/2014/main" id="{BA9E6389-7D07-0F3D-8DBE-CA20537AC36A}"/>
                    </a:ext>
                  </a:extLst>
                </p:cNvPr>
                <p:cNvSpPr txBox="1"/>
                <p:nvPr/>
              </p:nvSpPr>
              <p:spPr>
                <a:xfrm>
                  <a:off x="6114499" y="2440481"/>
                  <a:ext cx="462194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DAM</a:t>
                  </a:r>
                  <a:endParaRPr lang="en-IN" sz="1000" dirty="0"/>
                </a:p>
              </p:txBody>
            </p:sp>
          </p:grp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9323AA2D-B6E5-90F8-5BF4-D2090AC4AF4F}"/>
                  </a:ext>
                </a:extLst>
              </p:cNvPr>
              <p:cNvGrpSpPr/>
              <p:nvPr/>
            </p:nvGrpSpPr>
            <p:grpSpPr>
              <a:xfrm>
                <a:off x="10706100" y="2333625"/>
                <a:ext cx="1314450" cy="381000"/>
                <a:chOff x="10706100" y="2333625"/>
                <a:chExt cx="1314450" cy="381000"/>
              </a:xfrm>
            </p:grpSpPr>
            <p:sp>
              <p:nvSpPr>
                <p:cNvPr id="271" name="Rectangle: Rounded Corners 270">
                  <a:extLst>
                    <a:ext uri="{FF2B5EF4-FFF2-40B4-BE49-F238E27FC236}">
                      <a16:creationId xmlns:a16="http://schemas.microsoft.com/office/drawing/2014/main" id="{6F859773-A78B-9EE1-9A46-DEB633DAA7E9}"/>
                    </a:ext>
                  </a:extLst>
                </p:cNvPr>
                <p:cNvSpPr/>
                <p:nvPr/>
              </p:nvSpPr>
              <p:spPr>
                <a:xfrm>
                  <a:off x="10706100" y="2333625"/>
                  <a:ext cx="1314450" cy="381000"/>
                </a:xfrm>
                <a:prstGeom prst="roundRect">
                  <a:avLst/>
                </a:prstGeom>
                <a:noFill/>
                <a:ln>
                  <a:solidFill>
                    <a:srgbClr val="002060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2" name="TextBox 261">
                  <a:extLst>
                    <a:ext uri="{FF2B5EF4-FFF2-40B4-BE49-F238E27FC236}">
                      <a16:creationId xmlns:a16="http://schemas.microsoft.com/office/drawing/2014/main" id="{9CDCF4DE-80AC-AF46-5AF2-183846C1506F}"/>
                    </a:ext>
                  </a:extLst>
                </p:cNvPr>
                <p:cNvSpPr txBox="1"/>
                <p:nvPr/>
              </p:nvSpPr>
              <p:spPr>
                <a:xfrm>
                  <a:off x="11529778" y="2440481"/>
                  <a:ext cx="409927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EDS</a:t>
                  </a:r>
                  <a:endParaRPr lang="en-IN" sz="1000" dirty="0"/>
                </a:p>
              </p:txBody>
            </p:sp>
            <p:sp>
              <p:nvSpPr>
                <p:cNvPr id="267" name="TextBox 266">
                  <a:extLst>
                    <a:ext uri="{FF2B5EF4-FFF2-40B4-BE49-F238E27FC236}">
                      <a16:creationId xmlns:a16="http://schemas.microsoft.com/office/drawing/2014/main" id="{041AECB3-C728-05AA-4419-863EDEEBE5E1}"/>
                    </a:ext>
                  </a:extLst>
                </p:cNvPr>
                <p:cNvSpPr txBox="1"/>
                <p:nvPr/>
              </p:nvSpPr>
              <p:spPr>
                <a:xfrm>
                  <a:off x="10798790" y="2440481"/>
                  <a:ext cx="541370" cy="172955"/>
                </a:xfrm>
                <a:prstGeom prst="round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lIns="91440" tIns="0" rIns="91440" bIns="0" rtlCol="0">
                  <a:spAutoFit/>
                </a:bodyPr>
                <a:lstStyle/>
                <a:p>
                  <a:pPr algn="l">
                    <a:lnSpc>
                      <a:spcPct val="110000"/>
                    </a:lnSpc>
                    <a:spcBef>
                      <a:spcPts val="900"/>
                    </a:spcBef>
                  </a:pPr>
                  <a:r>
                    <a:rPr lang="en-US" sz="1000" dirty="0"/>
                    <a:t>CATS-i</a:t>
                  </a:r>
                  <a:endParaRPr lang="en-IN" sz="1000" dirty="0"/>
                </a:p>
              </p:txBody>
            </p:sp>
          </p:grpSp>
        </p:grp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2620F9D8-F1BC-ECEC-7742-F0C3F8AF26CC}"/>
              </a:ext>
            </a:extLst>
          </p:cNvPr>
          <p:cNvSpPr txBox="1"/>
          <p:nvPr/>
        </p:nvSpPr>
        <p:spPr>
          <a:xfrm>
            <a:off x="5648331" y="2784475"/>
            <a:ext cx="875561" cy="2017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10000"/>
              </a:lnSpc>
              <a:spcBef>
                <a:spcPts val="900"/>
              </a:spcBef>
            </a:pPr>
            <a:r>
              <a:rPr lang="en-US" sz="700" dirty="0">
                <a:solidFill>
                  <a:srgbClr val="002060"/>
                </a:solidFill>
              </a:rPr>
              <a:t>APIs &amp; Integrations</a:t>
            </a:r>
            <a:endParaRPr lang="en-IN" sz="700" dirty="0">
              <a:solidFill>
                <a:srgbClr val="002060"/>
              </a:solidFill>
            </a:endParaRPr>
          </a:p>
        </p:txBody>
      </p:sp>
      <p:cxnSp>
        <p:nvCxnSpPr>
          <p:cNvPr id="281" name="Connector: Elbow 280">
            <a:extLst>
              <a:ext uri="{FF2B5EF4-FFF2-40B4-BE49-F238E27FC236}">
                <a16:creationId xmlns:a16="http://schemas.microsoft.com/office/drawing/2014/main" id="{D86F2F52-120C-419D-A46D-7F509E1E070E}"/>
              </a:ext>
            </a:extLst>
          </p:cNvPr>
          <p:cNvCxnSpPr>
            <a:stCxn id="268" idx="2"/>
            <a:endCxn id="273" idx="1"/>
          </p:cNvCxnSpPr>
          <p:nvPr/>
        </p:nvCxnSpPr>
        <p:spPr>
          <a:xfrm rot="16200000" flipH="1">
            <a:off x="3768868" y="1005872"/>
            <a:ext cx="172759" cy="3586168"/>
          </a:xfrm>
          <a:prstGeom prst="bentConnector2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3" name="Connector: Elbow 282">
            <a:extLst>
              <a:ext uri="{FF2B5EF4-FFF2-40B4-BE49-F238E27FC236}">
                <a16:creationId xmlns:a16="http://schemas.microsoft.com/office/drawing/2014/main" id="{C39B8A24-C47F-11C5-5AD2-668F4C305DF1}"/>
              </a:ext>
            </a:extLst>
          </p:cNvPr>
          <p:cNvCxnSpPr>
            <a:stCxn id="257" idx="2"/>
            <a:endCxn id="273" idx="1"/>
          </p:cNvCxnSpPr>
          <p:nvPr/>
        </p:nvCxnSpPr>
        <p:spPr>
          <a:xfrm rot="16200000" flipH="1">
            <a:off x="4353069" y="1590074"/>
            <a:ext cx="276996" cy="2313528"/>
          </a:xfrm>
          <a:prstGeom prst="bentConnector2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5" name="Connector: Elbow 284">
            <a:extLst>
              <a:ext uri="{FF2B5EF4-FFF2-40B4-BE49-F238E27FC236}">
                <a16:creationId xmlns:a16="http://schemas.microsoft.com/office/drawing/2014/main" id="{FA5CBFF8-FA99-628F-9C2F-8A6534A484B2}"/>
              </a:ext>
            </a:extLst>
          </p:cNvPr>
          <p:cNvCxnSpPr>
            <a:stCxn id="269" idx="2"/>
            <a:endCxn id="273" idx="1"/>
          </p:cNvCxnSpPr>
          <p:nvPr/>
        </p:nvCxnSpPr>
        <p:spPr>
          <a:xfrm rot="16200000" flipH="1">
            <a:off x="5330968" y="2567972"/>
            <a:ext cx="172759" cy="461968"/>
          </a:xfrm>
          <a:prstGeom prst="bentConnector2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7" name="Connector: Elbow 286">
            <a:extLst>
              <a:ext uri="{FF2B5EF4-FFF2-40B4-BE49-F238E27FC236}">
                <a16:creationId xmlns:a16="http://schemas.microsoft.com/office/drawing/2014/main" id="{31C1C1B7-C827-9442-04AB-5962D25BC5BA}"/>
              </a:ext>
            </a:extLst>
          </p:cNvPr>
          <p:cNvCxnSpPr>
            <a:stCxn id="270" idx="2"/>
            <a:endCxn id="273" idx="3"/>
          </p:cNvCxnSpPr>
          <p:nvPr/>
        </p:nvCxnSpPr>
        <p:spPr>
          <a:xfrm rot="5400000">
            <a:off x="7502299" y="1734171"/>
            <a:ext cx="172759" cy="2129571"/>
          </a:xfrm>
          <a:prstGeom prst="bentConnector2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9" name="Connector: Elbow 288">
            <a:extLst>
              <a:ext uri="{FF2B5EF4-FFF2-40B4-BE49-F238E27FC236}">
                <a16:creationId xmlns:a16="http://schemas.microsoft.com/office/drawing/2014/main" id="{6CE2DEF7-F3DD-7095-CBDE-0B074360C817}"/>
              </a:ext>
            </a:extLst>
          </p:cNvPr>
          <p:cNvCxnSpPr>
            <a:stCxn id="271" idx="2"/>
            <a:endCxn id="273" idx="3"/>
          </p:cNvCxnSpPr>
          <p:nvPr/>
        </p:nvCxnSpPr>
        <p:spPr>
          <a:xfrm rot="5400000">
            <a:off x="8855706" y="377716"/>
            <a:ext cx="175807" cy="4839433"/>
          </a:xfrm>
          <a:prstGeom prst="bentConnector2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53E24CBE-C2ED-427B-B57A-0FEBC8E3F38F}"/>
              </a:ext>
            </a:extLst>
          </p:cNvPr>
          <p:cNvGrpSpPr/>
          <p:nvPr/>
        </p:nvGrpSpPr>
        <p:grpSpPr>
          <a:xfrm>
            <a:off x="4857755" y="2993233"/>
            <a:ext cx="2440771" cy="1974055"/>
            <a:chOff x="4857755" y="2993233"/>
            <a:chExt cx="2440771" cy="1974055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D59082BC-F0F2-9617-BFF8-3D654297C677}"/>
                </a:ext>
              </a:extLst>
            </p:cNvPr>
            <p:cNvSpPr/>
            <p:nvPr/>
          </p:nvSpPr>
          <p:spPr>
            <a:xfrm>
              <a:off x="6712739" y="3702845"/>
              <a:ext cx="585787" cy="326231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FA57BB95-9A0D-0A7E-C96E-167442826CCD}"/>
                </a:ext>
              </a:extLst>
            </p:cNvPr>
            <p:cNvSpPr/>
            <p:nvPr/>
          </p:nvSpPr>
          <p:spPr>
            <a:xfrm>
              <a:off x="6529388" y="3183732"/>
              <a:ext cx="635793" cy="326231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1679DDAB-99C6-4BB9-3EDA-3370BB8CCC4A}"/>
                </a:ext>
              </a:extLst>
            </p:cNvPr>
            <p:cNvSpPr/>
            <p:nvPr/>
          </p:nvSpPr>
          <p:spPr>
            <a:xfrm>
              <a:off x="6534150" y="4164807"/>
              <a:ext cx="635794" cy="326231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8B131153-58B9-57CB-7E88-584BF6CF6548}"/>
                </a:ext>
              </a:extLst>
            </p:cNvPr>
            <p:cNvSpPr/>
            <p:nvPr/>
          </p:nvSpPr>
          <p:spPr>
            <a:xfrm>
              <a:off x="5687614" y="4455319"/>
              <a:ext cx="797719" cy="347662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6848AFAE-DF24-0A83-F971-47E72AE50FFD}"/>
                </a:ext>
              </a:extLst>
            </p:cNvPr>
            <p:cNvSpPr/>
            <p:nvPr/>
          </p:nvSpPr>
          <p:spPr>
            <a:xfrm>
              <a:off x="4955381" y="4164807"/>
              <a:ext cx="631032" cy="326231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: Rounded Corners 76">
              <a:extLst>
                <a:ext uri="{FF2B5EF4-FFF2-40B4-BE49-F238E27FC236}">
                  <a16:creationId xmlns:a16="http://schemas.microsoft.com/office/drawing/2014/main" id="{9513F0EB-D0C1-AF49-BF7F-0D0E87459265}"/>
                </a:ext>
              </a:extLst>
            </p:cNvPr>
            <p:cNvSpPr/>
            <p:nvPr/>
          </p:nvSpPr>
          <p:spPr>
            <a:xfrm>
              <a:off x="4857755" y="3702845"/>
              <a:ext cx="585787" cy="326231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E0EBBC28-D2DF-9E29-3AA9-7B2FC4C5C648}"/>
                </a:ext>
              </a:extLst>
            </p:cNvPr>
            <p:cNvSpPr/>
            <p:nvPr/>
          </p:nvSpPr>
          <p:spPr>
            <a:xfrm>
              <a:off x="4953001" y="3183732"/>
              <a:ext cx="647699" cy="300037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FF2401DB-37FB-FBC1-3294-AA236F503A25}"/>
                </a:ext>
              </a:extLst>
            </p:cNvPr>
            <p:cNvSpPr/>
            <p:nvPr/>
          </p:nvSpPr>
          <p:spPr>
            <a:xfrm>
              <a:off x="5692376" y="2993233"/>
              <a:ext cx="788194" cy="283368"/>
            </a:xfrm>
            <a:prstGeom prst="roundRect">
              <a:avLst>
                <a:gd name="adj" fmla="val 5718"/>
              </a:avLst>
            </a:prstGeom>
            <a:solidFill>
              <a:srgbClr val="C4C4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941F2AB-8D65-E6F5-6294-8E5BC8879C99}"/>
                </a:ext>
              </a:extLst>
            </p:cNvPr>
            <p:cNvCxnSpPr>
              <a:stCxn id="79" idx="2"/>
              <a:endCxn id="71" idx="0"/>
            </p:cNvCxnSpPr>
            <p:nvPr/>
          </p:nvCxnSpPr>
          <p:spPr>
            <a:xfrm>
              <a:off x="6086473" y="3276601"/>
              <a:ext cx="0" cy="135731"/>
            </a:xfrm>
            <a:prstGeom prst="straightConnector1">
              <a:avLst/>
            </a:prstGeom>
            <a:ln w="9525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triangle" w="sm" len="sm"/>
              <a:tailEnd type="triangl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EC96862A-8169-0F3C-53D2-4904D021CB5F}"/>
                </a:ext>
              </a:extLst>
            </p:cNvPr>
            <p:cNvCxnSpPr>
              <a:cxnSpLocks/>
              <a:stCxn id="71" idx="4"/>
              <a:endCxn id="75" idx="0"/>
            </p:cNvCxnSpPr>
            <p:nvPr/>
          </p:nvCxnSpPr>
          <p:spPr>
            <a:xfrm>
              <a:off x="6086473" y="4319588"/>
              <a:ext cx="1" cy="135731"/>
            </a:xfrm>
            <a:prstGeom prst="straightConnector1">
              <a:avLst/>
            </a:prstGeom>
            <a:ln w="9525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triangle" w="sm" len="sm"/>
              <a:tailEnd type="triangl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DB249D9-8F1B-0213-782D-9FDD771C4440}"/>
                </a:ext>
              </a:extLst>
            </p:cNvPr>
            <p:cNvCxnSpPr>
              <a:cxnSpLocks/>
              <a:stCxn id="71" idx="2"/>
              <a:endCxn id="77" idx="3"/>
            </p:cNvCxnSpPr>
            <p:nvPr/>
          </p:nvCxnSpPr>
          <p:spPr>
            <a:xfrm flipH="1">
              <a:off x="5443542" y="3865960"/>
              <a:ext cx="123819" cy="1"/>
            </a:xfrm>
            <a:prstGeom prst="straightConnector1">
              <a:avLst/>
            </a:prstGeom>
            <a:ln w="9525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D466735D-4FA6-BD16-EFC1-323862906059}"/>
                </a:ext>
              </a:extLst>
            </p:cNvPr>
            <p:cNvCxnSpPr>
              <a:cxnSpLocks/>
              <a:stCxn id="72" idx="1"/>
              <a:endCxn id="71" idx="6"/>
            </p:cNvCxnSpPr>
            <p:nvPr/>
          </p:nvCxnSpPr>
          <p:spPr>
            <a:xfrm flipH="1" flipV="1">
              <a:off x="6605585" y="3865960"/>
              <a:ext cx="107154" cy="1"/>
            </a:xfrm>
            <a:prstGeom prst="straightConnector1">
              <a:avLst/>
            </a:prstGeom>
            <a:ln w="9525" cap="flat" cmpd="sng" algn="ctr">
              <a:solidFill>
                <a:schemeClr val="accent1">
                  <a:lumMod val="75000"/>
                </a:schemeClr>
              </a:solidFill>
              <a:prstDash val="sysDash"/>
              <a:round/>
              <a:headEnd type="triangle" w="sm" len="sm"/>
              <a:tailEnd type="none" w="sm" len="sm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Connector: Elbow 91">
              <a:extLst>
                <a:ext uri="{FF2B5EF4-FFF2-40B4-BE49-F238E27FC236}">
                  <a16:creationId xmlns:a16="http://schemas.microsoft.com/office/drawing/2014/main" id="{3D95B175-3F06-2CAF-97E8-70F7B9209F22}"/>
                </a:ext>
              </a:extLst>
            </p:cNvPr>
            <p:cNvCxnSpPr>
              <a:stCxn id="78" idx="3"/>
              <a:endCxn id="71" idx="1"/>
            </p:cNvCxnSpPr>
            <p:nvPr/>
          </p:nvCxnSpPr>
          <p:spPr>
            <a:xfrm>
              <a:off x="5600700" y="3333751"/>
              <a:ext cx="118705" cy="211446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: Elbow 93">
              <a:extLst>
                <a:ext uri="{FF2B5EF4-FFF2-40B4-BE49-F238E27FC236}">
                  <a16:creationId xmlns:a16="http://schemas.microsoft.com/office/drawing/2014/main" id="{CAA39CFA-EF72-9780-32FB-ED17476298E8}"/>
                </a:ext>
              </a:extLst>
            </p:cNvPr>
            <p:cNvCxnSpPr>
              <a:cxnSpLocks/>
              <a:stCxn id="73" idx="1"/>
              <a:endCxn id="71" idx="7"/>
            </p:cNvCxnSpPr>
            <p:nvPr/>
          </p:nvCxnSpPr>
          <p:spPr>
            <a:xfrm rot="10800000" flipV="1">
              <a:off x="6453542" y="3346847"/>
              <a:ext cx="75847" cy="198349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nector: Elbow 97">
              <a:extLst>
                <a:ext uri="{FF2B5EF4-FFF2-40B4-BE49-F238E27FC236}">
                  <a16:creationId xmlns:a16="http://schemas.microsoft.com/office/drawing/2014/main" id="{BB545ED9-9137-1B32-817A-7D90BE22CCE1}"/>
                </a:ext>
              </a:extLst>
            </p:cNvPr>
            <p:cNvCxnSpPr>
              <a:stCxn id="76" idx="3"/>
              <a:endCxn id="71" idx="3"/>
            </p:cNvCxnSpPr>
            <p:nvPr/>
          </p:nvCxnSpPr>
          <p:spPr>
            <a:xfrm flipV="1">
              <a:off x="5586413" y="4186723"/>
              <a:ext cx="132992" cy="141200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nector: Elbow 99">
              <a:extLst>
                <a:ext uri="{FF2B5EF4-FFF2-40B4-BE49-F238E27FC236}">
                  <a16:creationId xmlns:a16="http://schemas.microsoft.com/office/drawing/2014/main" id="{D2595262-A903-FAF8-C9A4-11095BBD9717}"/>
                </a:ext>
              </a:extLst>
            </p:cNvPr>
            <p:cNvCxnSpPr>
              <a:stCxn id="74" idx="1"/>
              <a:endCxn id="71" idx="5"/>
            </p:cNvCxnSpPr>
            <p:nvPr/>
          </p:nvCxnSpPr>
          <p:spPr>
            <a:xfrm rot="10800000">
              <a:off x="6453542" y="4186723"/>
              <a:ext cx="80609" cy="141200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nector: Elbow 101">
              <a:extLst>
                <a:ext uri="{FF2B5EF4-FFF2-40B4-BE49-F238E27FC236}">
                  <a16:creationId xmlns:a16="http://schemas.microsoft.com/office/drawing/2014/main" id="{2856A9CF-68D9-40EB-C4B9-6F6B4F154AB1}"/>
                </a:ext>
              </a:extLst>
            </p:cNvPr>
            <p:cNvCxnSpPr>
              <a:stCxn id="78" idx="0"/>
              <a:endCxn id="79" idx="1"/>
            </p:cNvCxnSpPr>
            <p:nvPr/>
          </p:nvCxnSpPr>
          <p:spPr>
            <a:xfrm rot="5400000" flipH="1" flipV="1">
              <a:off x="5460206" y="2951563"/>
              <a:ext cx="48815" cy="415525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nector: Elbow 103">
              <a:extLst>
                <a:ext uri="{FF2B5EF4-FFF2-40B4-BE49-F238E27FC236}">
                  <a16:creationId xmlns:a16="http://schemas.microsoft.com/office/drawing/2014/main" id="{84A047BD-6B7E-754D-4054-DF8A72083386}"/>
                </a:ext>
              </a:extLst>
            </p:cNvPr>
            <p:cNvCxnSpPr>
              <a:stCxn id="79" idx="3"/>
              <a:endCxn id="73" idx="0"/>
            </p:cNvCxnSpPr>
            <p:nvPr/>
          </p:nvCxnSpPr>
          <p:spPr>
            <a:xfrm>
              <a:off x="6480570" y="3134917"/>
              <a:ext cx="366715" cy="48815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: Elbow 105">
              <a:extLst>
                <a:ext uri="{FF2B5EF4-FFF2-40B4-BE49-F238E27FC236}">
                  <a16:creationId xmlns:a16="http://schemas.microsoft.com/office/drawing/2014/main" id="{B1D0361F-0D52-C674-2A21-ABA372C26C3E}"/>
                </a:ext>
              </a:extLst>
            </p:cNvPr>
            <p:cNvCxnSpPr>
              <a:stCxn id="75" idx="1"/>
              <a:endCxn id="76" idx="2"/>
            </p:cNvCxnSpPr>
            <p:nvPr/>
          </p:nvCxnSpPr>
          <p:spPr>
            <a:xfrm rot="10800000">
              <a:off x="5270898" y="4491038"/>
              <a:ext cx="416717" cy="138112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: Elbow 107">
              <a:extLst>
                <a:ext uri="{FF2B5EF4-FFF2-40B4-BE49-F238E27FC236}">
                  <a16:creationId xmlns:a16="http://schemas.microsoft.com/office/drawing/2014/main" id="{AAF8B081-464B-4DCE-A418-7C62239D3001}"/>
                </a:ext>
              </a:extLst>
            </p:cNvPr>
            <p:cNvCxnSpPr>
              <a:stCxn id="75" idx="3"/>
              <a:endCxn id="74" idx="2"/>
            </p:cNvCxnSpPr>
            <p:nvPr/>
          </p:nvCxnSpPr>
          <p:spPr>
            <a:xfrm flipV="1">
              <a:off x="6485333" y="4491038"/>
              <a:ext cx="366714" cy="138112"/>
            </a:xfrm>
            <a:prstGeom prst="bentConnector2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C63D8FD-48C6-9555-6FE9-89D8DCB69E6B}"/>
                </a:ext>
              </a:extLst>
            </p:cNvPr>
            <p:cNvCxnSpPr>
              <a:stCxn id="72" idx="2"/>
              <a:endCxn id="74" idx="0"/>
            </p:cNvCxnSpPr>
            <p:nvPr/>
          </p:nvCxnSpPr>
          <p:spPr>
            <a:xfrm flipH="1">
              <a:off x="6852047" y="4029076"/>
              <a:ext cx="153586" cy="1357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3BA79D6-F459-FF68-FD0E-CB000B8D5DB0}"/>
                </a:ext>
              </a:extLst>
            </p:cNvPr>
            <p:cNvCxnSpPr>
              <a:stCxn id="73" idx="2"/>
              <a:endCxn id="72" idx="0"/>
            </p:cNvCxnSpPr>
            <p:nvPr/>
          </p:nvCxnSpPr>
          <p:spPr>
            <a:xfrm>
              <a:off x="6847285" y="3509963"/>
              <a:ext cx="158348" cy="192882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BC2ED8F-088B-A320-3206-FCB0B6E36F17}"/>
                </a:ext>
              </a:extLst>
            </p:cNvPr>
            <p:cNvCxnSpPr>
              <a:stCxn id="78" idx="2"/>
              <a:endCxn id="77" idx="0"/>
            </p:cNvCxnSpPr>
            <p:nvPr/>
          </p:nvCxnSpPr>
          <p:spPr>
            <a:xfrm flipH="1">
              <a:off x="5150649" y="3483769"/>
              <a:ext cx="126202" cy="219076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9DE88E0-79F8-D3FC-DB4E-E4E5F85E05D3}"/>
                </a:ext>
              </a:extLst>
            </p:cNvPr>
            <p:cNvCxnSpPr>
              <a:stCxn id="77" idx="2"/>
              <a:endCxn id="76" idx="0"/>
            </p:cNvCxnSpPr>
            <p:nvPr/>
          </p:nvCxnSpPr>
          <p:spPr>
            <a:xfrm>
              <a:off x="5150649" y="4029076"/>
              <a:ext cx="120248" cy="1357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  <a:prstDash val="sysDash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6119A4AD-A932-98B2-74FC-55FAE3944E94}"/>
                </a:ext>
              </a:extLst>
            </p:cNvPr>
            <p:cNvSpPr/>
            <p:nvPr/>
          </p:nvSpPr>
          <p:spPr>
            <a:xfrm>
              <a:off x="4948238" y="4872038"/>
              <a:ext cx="2233612" cy="952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b="1" dirty="0">
                  <a:solidFill>
                    <a:schemeClr val="bg1"/>
                  </a:solidFill>
                </a:rPr>
                <a:t>AI CAPABILITIES</a:t>
              </a:r>
              <a:endParaRPr lang="en-IN" sz="5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A6F4562D-4B9C-79E3-D9E3-05CB2FCAB9C8}"/>
                </a:ext>
              </a:extLst>
            </p:cNvPr>
            <p:cNvGrpSpPr/>
            <p:nvPr/>
          </p:nvGrpSpPr>
          <p:grpSpPr>
            <a:xfrm>
              <a:off x="5562599" y="3412332"/>
              <a:ext cx="1062037" cy="907256"/>
              <a:chOff x="5562599" y="3412332"/>
              <a:chExt cx="1062037" cy="907256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44438C26-CB90-3121-D88F-FD5FB6BA4D14}"/>
                  </a:ext>
                </a:extLst>
              </p:cNvPr>
              <p:cNvSpPr/>
              <p:nvPr/>
            </p:nvSpPr>
            <p:spPr>
              <a:xfrm>
                <a:off x="5567361" y="3412332"/>
                <a:ext cx="1038224" cy="907256"/>
              </a:xfrm>
              <a:prstGeom prst="ellipse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700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91" name="Graphic 290" descr="Blockchain with solid fill">
                <a:extLst>
                  <a:ext uri="{FF2B5EF4-FFF2-40B4-BE49-F238E27FC236}">
                    <a16:creationId xmlns:a16="http://schemas.microsoft.com/office/drawing/2014/main" id="{1A9C996D-F2FE-1E2C-EC7D-A32F41E93F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5938042" y="3473450"/>
                <a:ext cx="311150" cy="311150"/>
              </a:xfrm>
              <a:prstGeom prst="rect">
                <a:avLst/>
              </a:prstGeom>
            </p:spPr>
          </p:pic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832117C8-6905-C6CA-B15A-3C116C90EDAA}"/>
                  </a:ext>
                </a:extLst>
              </p:cNvPr>
              <p:cNvSpPr txBox="1"/>
              <p:nvPr/>
            </p:nvSpPr>
            <p:spPr>
              <a:xfrm>
                <a:off x="5562599" y="3777248"/>
                <a:ext cx="10620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dirty="0">
                    <a:solidFill>
                      <a:schemeClr val="bg1"/>
                    </a:solidFill>
                  </a:rPr>
                  <a:t>AI Operating Platform</a:t>
                </a:r>
                <a:br>
                  <a:rPr lang="en-US" sz="800" dirty="0">
                    <a:solidFill>
                      <a:schemeClr val="bg1"/>
                    </a:solidFill>
                  </a:rPr>
                </a:br>
                <a:r>
                  <a:rPr lang="en-US" sz="800" dirty="0">
                    <a:solidFill>
                      <a:schemeClr val="bg1"/>
                    </a:solidFill>
                  </a:rPr>
                  <a:t>(Future State)</a:t>
                </a:r>
                <a:endParaRPr lang="en-IN" sz="800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67484316"/>
      </p:ext>
    </p:extLst>
  </p:cSld>
  <p:clrMapOvr>
    <a:masterClrMapping/>
  </p:clrMapOvr>
</p:sld>
</file>

<file path=ppt/theme/theme1.xml><?xml version="1.0" encoding="utf-8"?>
<a:theme xmlns:a="http://schemas.openxmlformats.org/drawingml/2006/main" name="Adobe Template 2024">
  <a:themeElements>
    <a:clrScheme name="Adobe 2024">
      <a:dk1>
        <a:srgbClr val="000000"/>
      </a:dk1>
      <a:lt1>
        <a:srgbClr val="FFFFFF"/>
      </a:lt1>
      <a:dk2>
        <a:srgbClr val="2C2C2C"/>
      </a:dk2>
      <a:lt2>
        <a:srgbClr val="F5F5F5"/>
      </a:lt2>
      <a:accent1>
        <a:srgbClr val="0AA35B"/>
      </a:accent1>
      <a:accent2>
        <a:srgbClr val="3A63F9"/>
      </a:accent2>
      <a:accent3>
        <a:srgbClr val="FF66CC"/>
      </a:accent3>
      <a:accent4>
        <a:srgbClr val="FFA311"/>
      </a:accent4>
      <a:accent5>
        <a:srgbClr val="F3C600"/>
      </a:accent5>
      <a:accent6>
        <a:srgbClr val="EB1000"/>
      </a:accent6>
      <a:hlink>
        <a:srgbClr val="5F5F5F"/>
      </a:hlink>
      <a:folHlink>
        <a:srgbClr val="919191"/>
      </a:folHlink>
    </a:clrScheme>
    <a:fontScheme name="Adobe 2024">
      <a:majorFont>
        <a:latin typeface="Adobe Clean Black"/>
        <a:ea typeface=""/>
        <a:cs typeface=""/>
      </a:majorFont>
      <a:minorFont>
        <a:latin typeface="Adobe Cle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4C4C4"/>
        </a:solidFill>
        <a:ln>
          <a:noFill/>
        </a:ln>
      </a:spPr>
      <a:bodyPr rtlCol="0" anchor="ctr"/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10000"/>
          </a:lnSpc>
          <a:spcBef>
            <a:spcPts val="900"/>
          </a:spcBef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a7b1b5a-7b34-4387-94ae-d2c178decee1}" enabled="0" method="" siteId="{fa7b1b5a-7b34-4387-94ae-d2c178decee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279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Adobe Clean</vt:lpstr>
      <vt:lpstr>Adobe Clean Black</vt:lpstr>
      <vt:lpstr>Aptos</vt:lpstr>
      <vt:lpstr>Arial</vt:lpstr>
      <vt:lpstr>Helvetica Neue</vt:lpstr>
      <vt:lpstr>System Font Regular</vt:lpstr>
      <vt:lpstr>Wingdings</vt:lpstr>
      <vt:lpstr>Adobe Template 2024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Dipanshu Handoo</dc:creator>
  <cp:lastModifiedBy>Dipanshu Handoo</cp:lastModifiedBy>
  <cp:revision>2</cp:revision>
  <dcterms:created xsi:type="dcterms:W3CDTF">2026-07-17T09:38:25Z</dcterms:created>
  <dcterms:modified xsi:type="dcterms:W3CDTF">2026-07-17T17:47:55Z</dcterms:modified>
</cp:coreProperties>
</file>